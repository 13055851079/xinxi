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4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76" r:id="rId7"/>
    <p:sldId id="275" r:id="rId8"/>
    <p:sldId id="277" r:id="rId9"/>
    <p:sldId id="264" r:id="rId10"/>
    <p:sldId id="278" r:id="rId11"/>
    <p:sldId id="279" r:id="rId12"/>
    <p:sldId id="280" r:id="rId13"/>
    <p:sldId id="281" r:id="rId14"/>
    <p:sldId id="274" r:id="rId15"/>
  </p:sldIdLst>
  <p:sldSz cx="12192000" cy="6858000"/>
  <p:notesSz cx="6858000" cy="9144000"/>
  <p:defaultTextStyle>
    <a:defPPr rtl="0"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16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9A589A-46DE-0F49-B460-E7914F3E440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 rtlCol="0"/>
        <a:lstStyle/>
        <a:p>
          <a:pPr rtl="0"/>
          <a:endParaRPr lang="en-US"/>
        </a:p>
      </dgm:t>
    </dgm:pt>
    <dgm:pt modelId="{66039115-797B-304C-9FC0-EFABB1F21232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概述</a:t>
          </a:r>
        </a:p>
      </dgm:t>
    </dgm:pt>
    <dgm:pt modelId="{C8EABE8F-1E84-494E-AD8A-32BA419A36E9}" type="parTrans" cxnId="{31C3237C-2299-B649-8C93-587C97AC9999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D044F6BA-1D90-EC47-8A78-B9796198ECF5}" type="sibTrans" cxnId="{31C3237C-2299-B649-8C93-587C97AC9999}">
      <dgm:prSet/>
      <dgm:spPr/>
      <dgm:t>
        <a:bodyPr rtlCol="0"/>
        <a:lstStyle/>
        <a:p>
          <a:pPr rtl="0">
            <a:lnSpc>
              <a:spcPct val="100000"/>
            </a:lnSpc>
          </a:pPr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E39563C5-C199-4F5B-A899-8CC0710341A0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分类</a:t>
          </a:r>
        </a:p>
      </dgm:t>
    </dgm:pt>
    <dgm:pt modelId="{6531EA77-44C5-4E3D-BA04-70C1E49BCD39}" type="parTrans" cxnId="{BBAD9FDB-1013-4B11-A9AE-2815527D1B78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BC971DAC-9BE2-44B2-ABE4-8099C777E9C4}" type="sibTrans" cxnId="{BBAD9FDB-1013-4B11-A9AE-2815527D1B78}">
      <dgm:prSet/>
      <dgm:spPr/>
      <dgm:t>
        <a:bodyPr rtlCol="0"/>
        <a:lstStyle/>
        <a:p>
          <a:pPr rtl="0">
            <a:lnSpc>
              <a:spcPct val="100000"/>
            </a:lnSpc>
          </a:pPr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5B1A768-2666-4AB4-BDA7-F0E3C4160D59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具体用途</a:t>
          </a:r>
        </a:p>
      </dgm:t>
    </dgm:pt>
    <dgm:pt modelId="{D47033D3-4E41-485A-B515-A02A8C3B404A}" type="parTrans" cxnId="{08DEC938-538C-403B-80C3-828B96DAFF82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2FFCBD4-DD9D-4E06-81E4-54307F97A3F0}" type="sibTrans" cxnId="{08DEC938-538C-403B-80C3-828B96DAFF82}">
      <dgm:prSet/>
      <dgm:spPr/>
      <dgm:t>
        <a:bodyPr rtlCol="0"/>
        <a:lstStyle/>
        <a:p>
          <a:pPr rtl="0">
            <a:lnSpc>
              <a:spcPct val="100000"/>
            </a:lnSpc>
          </a:pPr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3AA5586A-C40E-4DDA-98A5-6545F36F46AB}">
      <dgm:prSet/>
      <dgm:spPr/>
      <dgm:t>
        <a:bodyPr rtlCol="0"/>
        <a:lstStyle/>
        <a:p>
          <a:pPr rtl="0">
            <a:lnSpc>
              <a:spcPct val="100000"/>
            </a:lnSpc>
          </a:pPr>
          <a:r>
            <a:rPr lang="zh-CN" altLang="en-US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适用范围</a:t>
          </a:r>
          <a:endParaRPr lang="en-US" altLang="zh-CN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ABF44FB7-9255-4D99-BC69-3BE74FDF8E87}" type="parTrans" cxnId="{119FEAF1-383D-4740-9124-CC9EEA7E35F9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19FB306E-81B4-4F3F-99EE-765120CBB6B3}" type="sibTrans" cxnId="{119FEAF1-383D-4740-9124-CC9EEA7E35F9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B80C9CF3-C6BB-48D7-8AE1-5002D62D3761}" type="pres">
      <dgm:prSet presAssocID="{489A589A-46DE-0F49-B460-E7914F3E440D}" presName="root" presStyleCnt="0">
        <dgm:presLayoutVars>
          <dgm:dir/>
          <dgm:resizeHandles val="exact"/>
        </dgm:presLayoutVars>
      </dgm:prSet>
      <dgm:spPr/>
    </dgm:pt>
    <dgm:pt modelId="{326FDCF2-F375-4C3F-9814-C84BA9388F92}" type="pres">
      <dgm:prSet presAssocID="{489A589A-46DE-0F49-B460-E7914F3E440D}" presName="container" presStyleCnt="0">
        <dgm:presLayoutVars>
          <dgm:dir/>
          <dgm:resizeHandles val="exact"/>
        </dgm:presLayoutVars>
      </dgm:prSet>
      <dgm:spPr/>
    </dgm:pt>
    <dgm:pt modelId="{174069BD-8FE1-41A2-8250-6A5514FE224C}" type="pres">
      <dgm:prSet presAssocID="{66039115-797B-304C-9FC0-EFABB1F21232}" presName="compNode" presStyleCnt="0"/>
      <dgm:spPr/>
    </dgm:pt>
    <dgm:pt modelId="{5E340066-1B2E-4C4E-80A2-97E86ABFA479}" type="pres">
      <dgm:prSet presAssocID="{66039115-797B-304C-9FC0-EFABB1F21232}" presName="iconBgRect" presStyleLbl="bgShp" presStyleIdx="0" presStyleCnt="4"/>
      <dgm:spPr/>
    </dgm:pt>
    <dgm:pt modelId="{F55B2F71-E638-412C-8147-FC7081E08B04}" type="pres">
      <dgm:prSet presAssocID="{66039115-797B-304C-9FC0-EFABB1F2123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5CDA7D5A-F452-463F-998B-177A76E8C08F}" type="pres">
      <dgm:prSet presAssocID="{66039115-797B-304C-9FC0-EFABB1F21232}" presName="spaceRect" presStyleCnt="0"/>
      <dgm:spPr/>
    </dgm:pt>
    <dgm:pt modelId="{E05AF25A-E676-44EA-BB66-F2100ACAD1CB}" type="pres">
      <dgm:prSet presAssocID="{66039115-797B-304C-9FC0-EFABB1F21232}" presName="textRect" presStyleLbl="revTx" presStyleIdx="0" presStyleCnt="4">
        <dgm:presLayoutVars>
          <dgm:chMax val="1"/>
          <dgm:chPref val="1"/>
        </dgm:presLayoutVars>
      </dgm:prSet>
      <dgm:spPr/>
    </dgm:pt>
    <dgm:pt modelId="{BB1D33AA-C75A-465A-93F0-2B3A7346088F}" type="pres">
      <dgm:prSet presAssocID="{D044F6BA-1D90-EC47-8A78-B9796198ECF5}" presName="sibTrans" presStyleLbl="sibTrans2D1" presStyleIdx="0" presStyleCnt="0"/>
      <dgm:spPr/>
    </dgm:pt>
    <dgm:pt modelId="{D641F504-B527-445D-81F6-4B59E813C4A0}" type="pres">
      <dgm:prSet presAssocID="{E39563C5-C199-4F5B-A899-8CC0710341A0}" presName="compNode" presStyleCnt="0"/>
      <dgm:spPr/>
    </dgm:pt>
    <dgm:pt modelId="{75512A68-FA50-4392-A441-C6EC352FE606}" type="pres">
      <dgm:prSet presAssocID="{E39563C5-C199-4F5B-A899-8CC0710341A0}" presName="iconBgRect" presStyleLbl="bgShp" presStyleIdx="1" presStyleCnt="4"/>
      <dgm:spPr/>
    </dgm:pt>
    <dgm:pt modelId="{C425A8E1-258A-4D4B-9D55-24376C0AB360}" type="pres">
      <dgm:prSet presAssocID="{E39563C5-C199-4F5B-A899-8CC0710341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9E9B2F2E-EF94-42A4-A2BE-0DEE20425DEE}" type="pres">
      <dgm:prSet presAssocID="{E39563C5-C199-4F5B-A899-8CC0710341A0}" presName="spaceRect" presStyleCnt="0"/>
      <dgm:spPr/>
    </dgm:pt>
    <dgm:pt modelId="{523C7F31-A7C1-43C9-AE27-AAE9100EE1FE}" type="pres">
      <dgm:prSet presAssocID="{E39563C5-C199-4F5B-A899-8CC0710341A0}" presName="textRect" presStyleLbl="revTx" presStyleIdx="1" presStyleCnt="4">
        <dgm:presLayoutVars>
          <dgm:chMax val="1"/>
          <dgm:chPref val="1"/>
        </dgm:presLayoutVars>
      </dgm:prSet>
      <dgm:spPr/>
    </dgm:pt>
    <dgm:pt modelId="{CEB8DC13-2561-455C-A0BE-EE905F81836F}" type="pres">
      <dgm:prSet presAssocID="{BC971DAC-9BE2-44B2-ABE4-8099C777E9C4}" presName="sibTrans" presStyleLbl="sibTrans2D1" presStyleIdx="0" presStyleCnt="0"/>
      <dgm:spPr/>
    </dgm:pt>
    <dgm:pt modelId="{495B68A9-1523-4F46-9B02-682098319643}" type="pres">
      <dgm:prSet presAssocID="{15B1A768-2666-4AB4-BDA7-F0E3C4160D59}" presName="compNode" presStyleCnt="0"/>
      <dgm:spPr/>
    </dgm:pt>
    <dgm:pt modelId="{2CA4BD4C-87EF-4944-9E57-97154B3B633C}" type="pres">
      <dgm:prSet presAssocID="{15B1A768-2666-4AB4-BDA7-F0E3C4160D59}" presName="iconBgRect" presStyleLbl="bgShp" presStyleIdx="2" presStyleCnt="4"/>
      <dgm:spPr/>
    </dgm:pt>
    <dgm:pt modelId="{D99F53AC-3AF2-437B-A5AB-1239ADEC0676}" type="pres">
      <dgm:prSet presAssocID="{15B1A768-2666-4AB4-BDA7-F0E3C4160D5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B4519A6-2EF6-4A3F-90AD-24C511B10908}" type="pres">
      <dgm:prSet presAssocID="{15B1A768-2666-4AB4-BDA7-F0E3C4160D59}" presName="spaceRect" presStyleCnt="0"/>
      <dgm:spPr/>
    </dgm:pt>
    <dgm:pt modelId="{D203E058-79E0-456E-A0FD-258E317D3D6A}" type="pres">
      <dgm:prSet presAssocID="{15B1A768-2666-4AB4-BDA7-F0E3C4160D59}" presName="textRect" presStyleLbl="revTx" presStyleIdx="2" presStyleCnt="4">
        <dgm:presLayoutVars>
          <dgm:chMax val="1"/>
          <dgm:chPref val="1"/>
        </dgm:presLayoutVars>
      </dgm:prSet>
      <dgm:spPr/>
    </dgm:pt>
    <dgm:pt modelId="{8F14F3AD-A362-45DF-80F5-2B8D1F566D80}" type="pres">
      <dgm:prSet presAssocID="{72FFCBD4-DD9D-4E06-81E4-54307F97A3F0}" presName="sibTrans" presStyleLbl="sibTrans2D1" presStyleIdx="0" presStyleCnt="0"/>
      <dgm:spPr/>
    </dgm:pt>
    <dgm:pt modelId="{BDD20EE1-5DFF-4E16-802C-2448893CCB5A}" type="pres">
      <dgm:prSet presAssocID="{3AA5586A-C40E-4DDA-98A5-6545F36F46AB}" presName="compNode" presStyleCnt="0"/>
      <dgm:spPr/>
    </dgm:pt>
    <dgm:pt modelId="{7089FE6B-57E5-4306-8097-E758E000C828}" type="pres">
      <dgm:prSet presAssocID="{3AA5586A-C40E-4DDA-98A5-6545F36F46AB}" presName="iconBgRect" presStyleLbl="bgShp" presStyleIdx="3" presStyleCnt="4"/>
      <dgm:spPr/>
    </dgm:pt>
    <dgm:pt modelId="{41C0BC0F-FFD5-42B5-B952-9316B9364F6F}" type="pres">
      <dgm:prSet presAssocID="{3AA5586A-C40E-4DDA-98A5-6545F36F46A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rtual RealityHeadset"/>
        </a:ext>
      </dgm:extLst>
    </dgm:pt>
    <dgm:pt modelId="{392FDDC2-BC7A-49BF-88A1-7B4956AD8377}" type="pres">
      <dgm:prSet presAssocID="{3AA5586A-C40E-4DDA-98A5-6545F36F46AB}" presName="spaceRect" presStyleCnt="0"/>
      <dgm:spPr/>
    </dgm:pt>
    <dgm:pt modelId="{7703AFE5-FAA2-4D8A-AEFA-D3C5CB41E5BC}" type="pres">
      <dgm:prSet presAssocID="{3AA5586A-C40E-4DDA-98A5-6545F36F46A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500F212-B1E8-4177-88EB-379FE553E567}" type="presOf" srcId="{BC971DAC-9BE2-44B2-ABE4-8099C777E9C4}" destId="{CEB8DC13-2561-455C-A0BE-EE905F81836F}" srcOrd="0" destOrd="0" presId="urn:microsoft.com/office/officeart/2018/2/layout/IconCircleList"/>
    <dgm:cxn modelId="{C2028414-4E44-4009-9619-A3329463EBE6}" type="presOf" srcId="{66039115-797B-304C-9FC0-EFABB1F21232}" destId="{E05AF25A-E676-44EA-BB66-F2100ACAD1CB}" srcOrd="0" destOrd="0" presId="urn:microsoft.com/office/officeart/2018/2/layout/IconCircleList"/>
    <dgm:cxn modelId="{3682502D-BD4B-4C8B-B999-4FE14243DA2F}" type="presOf" srcId="{E39563C5-C199-4F5B-A899-8CC0710341A0}" destId="{523C7F31-A7C1-43C9-AE27-AAE9100EE1FE}" srcOrd="0" destOrd="0" presId="urn:microsoft.com/office/officeart/2018/2/layout/IconCircleList"/>
    <dgm:cxn modelId="{08DEC938-538C-403B-80C3-828B96DAFF82}" srcId="{489A589A-46DE-0F49-B460-E7914F3E440D}" destId="{15B1A768-2666-4AB4-BDA7-F0E3C4160D59}" srcOrd="2" destOrd="0" parTransId="{D47033D3-4E41-485A-B515-A02A8C3B404A}" sibTransId="{72FFCBD4-DD9D-4E06-81E4-54307F97A3F0}"/>
    <dgm:cxn modelId="{6CA71B7B-0F0A-4F9A-A0EC-CFB6FFD8DA98}" type="presOf" srcId="{15B1A768-2666-4AB4-BDA7-F0E3C4160D59}" destId="{D203E058-79E0-456E-A0FD-258E317D3D6A}" srcOrd="0" destOrd="0" presId="urn:microsoft.com/office/officeart/2018/2/layout/IconCircleList"/>
    <dgm:cxn modelId="{31C3237C-2299-B649-8C93-587C97AC9999}" srcId="{489A589A-46DE-0F49-B460-E7914F3E440D}" destId="{66039115-797B-304C-9FC0-EFABB1F21232}" srcOrd="0" destOrd="0" parTransId="{C8EABE8F-1E84-494E-AD8A-32BA419A36E9}" sibTransId="{D044F6BA-1D90-EC47-8A78-B9796198ECF5}"/>
    <dgm:cxn modelId="{9AA16E9C-4C36-43A5-A786-66256F4B87CC}" type="presOf" srcId="{D044F6BA-1D90-EC47-8A78-B9796198ECF5}" destId="{BB1D33AA-C75A-465A-93F0-2B3A7346088F}" srcOrd="0" destOrd="0" presId="urn:microsoft.com/office/officeart/2018/2/layout/IconCircleList"/>
    <dgm:cxn modelId="{65F7D3A9-7360-41F2-9288-DC394F90F4EC}" type="presOf" srcId="{3AA5586A-C40E-4DDA-98A5-6545F36F46AB}" destId="{7703AFE5-FAA2-4D8A-AEFA-D3C5CB41E5BC}" srcOrd="0" destOrd="0" presId="urn:microsoft.com/office/officeart/2018/2/layout/IconCircleList"/>
    <dgm:cxn modelId="{0D34FCB2-3F4C-42A6-BB2D-60FA9564F405}" type="presOf" srcId="{489A589A-46DE-0F49-B460-E7914F3E440D}" destId="{B80C9CF3-C6BB-48D7-8AE1-5002D62D3761}" srcOrd="0" destOrd="0" presId="urn:microsoft.com/office/officeart/2018/2/layout/IconCircleList"/>
    <dgm:cxn modelId="{BBAD9FDB-1013-4B11-A9AE-2815527D1B78}" srcId="{489A589A-46DE-0F49-B460-E7914F3E440D}" destId="{E39563C5-C199-4F5B-A899-8CC0710341A0}" srcOrd="1" destOrd="0" parTransId="{6531EA77-44C5-4E3D-BA04-70C1E49BCD39}" sibTransId="{BC971DAC-9BE2-44B2-ABE4-8099C777E9C4}"/>
    <dgm:cxn modelId="{119FEAF1-383D-4740-9124-CC9EEA7E35F9}" srcId="{489A589A-46DE-0F49-B460-E7914F3E440D}" destId="{3AA5586A-C40E-4DDA-98A5-6545F36F46AB}" srcOrd="3" destOrd="0" parTransId="{ABF44FB7-9255-4D99-BC69-3BE74FDF8E87}" sibTransId="{19FB306E-81B4-4F3F-99EE-765120CBB6B3}"/>
    <dgm:cxn modelId="{72DB18FF-BDCF-4526-AB7E-380701B71043}" type="presOf" srcId="{72FFCBD4-DD9D-4E06-81E4-54307F97A3F0}" destId="{8F14F3AD-A362-45DF-80F5-2B8D1F566D80}" srcOrd="0" destOrd="0" presId="urn:microsoft.com/office/officeart/2018/2/layout/IconCircleList"/>
    <dgm:cxn modelId="{BF36CAD1-B688-447E-A701-12D1A5EB1C61}" type="presParOf" srcId="{B80C9CF3-C6BB-48D7-8AE1-5002D62D3761}" destId="{326FDCF2-F375-4C3F-9814-C84BA9388F92}" srcOrd="0" destOrd="0" presId="urn:microsoft.com/office/officeart/2018/2/layout/IconCircleList"/>
    <dgm:cxn modelId="{FBFDC197-07BE-4C6F-83B2-02194176B69E}" type="presParOf" srcId="{326FDCF2-F375-4C3F-9814-C84BA9388F92}" destId="{174069BD-8FE1-41A2-8250-6A5514FE224C}" srcOrd="0" destOrd="0" presId="urn:microsoft.com/office/officeart/2018/2/layout/IconCircleList"/>
    <dgm:cxn modelId="{C5F01509-F7BC-425F-B296-A98C860A07F3}" type="presParOf" srcId="{174069BD-8FE1-41A2-8250-6A5514FE224C}" destId="{5E340066-1B2E-4C4E-80A2-97E86ABFA479}" srcOrd="0" destOrd="0" presId="urn:microsoft.com/office/officeart/2018/2/layout/IconCircleList"/>
    <dgm:cxn modelId="{6798BD59-DB22-44F4-9499-B795ECC6FB92}" type="presParOf" srcId="{174069BD-8FE1-41A2-8250-6A5514FE224C}" destId="{F55B2F71-E638-412C-8147-FC7081E08B04}" srcOrd="1" destOrd="0" presId="urn:microsoft.com/office/officeart/2018/2/layout/IconCircleList"/>
    <dgm:cxn modelId="{8ED6BB7E-069D-4BD0-874A-A765097C6426}" type="presParOf" srcId="{174069BD-8FE1-41A2-8250-6A5514FE224C}" destId="{5CDA7D5A-F452-463F-998B-177A76E8C08F}" srcOrd="2" destOrd="0" presId="urn:microsoft.com/office/officeart/2018/2/layout/IconCircleList"/>
    <dgm:cxn modelId="{6FA12472-3D68-4E1C-81AF-02DC5B01E334}" type="presParOf" srcId="{174069BD-8FE1-41A2-8250-6A5514FE224C}" destId="{E05AF25A-E676-44EA-BB66-F2100ACAD1CB}" srcOrd="3" destOrd="0" presId="urn:microsoft.com/office/officeart/2018/2/layout/IconCircleList"/>
    <dgm:cxn modelId="{2E917479-9046-4584-8A6D-BEC73C11FC76}" type="presParOf" srcId="{326FDCF2-F375-4C3F-9814-C84BA9388F92}" destId="{BB1D33AA-C75A-465A-93F0-2B3A7346088F}" srcOrd="1" destOrd="0" presId="urn:microsoft.com/office/officeart/2018/2/layout/IconCircleList"/>
    <dgm:cxn modelId="{A0B340C2-CAB3-4AD7-B651-672DD667AAD7}" type="presParOf" srcId="{326FDCF2-F375-4C3F-9814-C84BA9388F92}" destId="{D641F504-B527-445D-81F6-4B59E813C4A0}" srcOrd="2" destOrd="0" presId="urn:microsoft.com/office/officeart/2018/2/layout/IconCircleList"/>
    <dgm:cxn modelId="{FBFE3BE7-5577-4A5D-85CC-215287D3D6AD}" type="presParOf" srcId="{D641F504-B527-445D-81F6-4B59E813C4A0}" destId="{75512A68-FA50-4392-A441-C6EC352FE606}" srcOrd="0" destOrd="0" presId="urn:microsoft.com/office/officeart/2018/2/layout/IconCircleList"/>
    <dgm:cxn modelId="{E2CE3B82-49EF-49C5-869E-0F82B174F9E9}" type="presParOf" srcId="{D641F504-B527-445D-81F6-4B59E813C4A0}" destId="{C425A8E1-258A-4D4B-9D55-24376C0AB360}" srcOrd="1" destOrd="0" presId="urn:microsoft.com/office/officeart/2018/2/layout/IconCircleList"/>
    <dgm:cxn modelId="{FE67C476-DCF9-4F8A-ACDB-300B11852414}" type="presParOf" srcId="{D641F504-B527-445D-81F6-4B59E813C4A0}" destId="{9E9B2F2E-EF94-42A4-A2BE-0DEE20425DEE}" srcOrd="2" destOrd="0" presId="urn:microsoft.com/office/officeart/2018/2/layout/IconCircleList"/>
    <dgm:cxn modelId="{4CA023EA-A382-4DD9-9FA1-18E0D66061BD}" type="presParOf" srcId="{D641F504-B527-445D-81F6-4B59E813C4A0}" destId="{523C7F31-A7C1-43C9-AE27-AAE9100EE1FE}" srcOrd="3" destOrd="0" presId="urn:microsoft.com/office/officeart/2018/2/layout/IconCircleList"/>
    <dgm:cxn modelId="{26A45859-BDA1-42A1-B72D-E642F4519323}" type="presParOf" srcId="{326FDCF2-F375-4C3F-9814-C84BA9388F92}" destId="{CEB8DC13-2561-455C-A0BE-EE905F81836F}" srcOrd="3" destOrd="0" presId="urn:microsoft.com/office/officeart/2018/2/layout/IconCircleList"/>
    <dgm:cxn modelId="{9A1A1CE7-53B9-4F66-85DD-738EBE878B5F}" type="presParOf" srcId="{326FDCF2-F375-4C3F-9814-C84BA9388F92}" destId="{495B68A9-1523-4F46-9B02-682098319643}" srcOrd="4" destOrd="0" presId="urn:microsoft.com/office/officeart/2018/2/layout/IconCircleList"/>
    <dgm:cxn modelId="{51E1DD61-7673-4090-B8AB-CF4901AEC858}" type="presParOf" srcId="{495B68A9-1523-4F46-9B02-682098319643}" destId="{2CA4BD4C-87EF-4944-9E57-97154B3B633C}" srcOrd="0" destOrd="0" presId="urn:microsoft.com/office/officeart/2018/2/layout/IconCircleList"/>
    <dgm:cxn modelId="{747A4180-A006-422E-B421-0130C380E284}" type="presParOf" srcId="{495B68A9-1523-4F46-9B02-682098319643}" destId="{D99F53AC-3AF2-437B-A5AB-1239ADEC0676}" srcOrd="1" destOrd="0" presId="urn:microsoft.com/office/officeart/2018/2/layout/IconCircleList"/>
    <dgm:cxn modelId="{2B3206DF-6911-4471-9CE4-6E444117F923}" type="presParOf" srcId="{495B68A9-1523-4F46-9B02-682098319643}" destId="{EB4519A6-2EF6-4A3F-90AD-24C511B10908}" srcOrd="2" destOrd="0" presId="urn:microsoft.com/office/officeart/2018/2/layout/IconCircleList"/>
    <dgm:cxn modelId="{BFF8DE16-9137-451C-BFC4-D4EE82781F8E}" type="presParOf" srcId="{495B68A9-1523-4F46-9B02-682098319643}" destId="{D203E058-79E0-456E-A0FD-258E317D3D6A}" srcOrd="3" destOrd="0" presId="urn:microsoft.com/office/officeart/2018/2/layout/IconCircleList"/>
    <dgm:cxn modelId="{F6DE935E-6528-4A29-9FE2-2236A11FA3B5}" type="presParOf" srcId="{326FDCF2-F375-4C3F-9814-C84BA9388F92}" destId="{8F14F3AD-A362-45DF-80F5-2B8D1F566D80}" srcOrd="5" destOrd="0" presId="urn:microsoft.com/office/officeart/2018/2/layout/IconCircleList"/>
    <dgm:cxn modelId="{1E564FA9-F723-4479-8013-22D1426128B6}" type="presParOf" srcId="{326FDCF2-F375-4C3F-9814-C84BA9388F92}" destId="{BDD20EE1-5DFF-4E16-802C-2448893CCB5A}" srcOrd="6" destOrd="0" presId="urn:microsoft.com/office/officeart/2018/2/layout/IconCircleList"/>
    <dgm:cxn modelId="{794FF77C-CF66-43A6-AFF0-913CEF2D0C2A}" type="presParOf" srcId="{BDD20EE1-5DFF-4E16-802C-2448893CCB5A}" destId="{7089FE6B-57E5-4306-8097-E758E000C828}" srcOrd="0" destOrd="0" presId="urn:microsoft.com/office/officeart/2018/2/layout/IconCircleList"/>
    <dgm:cxn modelId="{091EE8DB-F92B-4CB3-ABD6-FFEB56B07A8B}" type="presParOf" srcId="{BDD20EE1-5DFF-4E16-802C-2448893CCB5A}" destId="{41C0BC0F-FFD5-42B5-B952-9316B9364F6F}" srcOrd="1" destOrd="0" presId="urn:microsoft.com/office/officeart/2018/2/layout/IconCircleList"/>
    <dgm:cxn modelId="{DAE7DE5D-0787-4DCA-83CB-B15B42A3D0EC}" type="presParOf" srcId="{BDD20EE1-5DFF-4E16-802C-2448893CCB5A}" destId="{392FDDC2-BC7A-49BF-88A1-7B4956AD8377}" srcOrd="2" destOrd="0" presId="urn:microsoft.com/office/officeart/2018/2/layout/IconCircleList"/>
    <dgm:cxn modelId="{03A77C2B-16FB-486D-9C1B-3FF393F2E432}" type="presParOf" srcId="{BDD20EE1-5DFF-4E16-802C-2448893CCB5A}" destId="{7703AFE5-FAA2-4D8A-AEFA-D3C5CB41E5B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5B76ED-C686-4E97-9A28-74231B4FDDD1}" type="doc">
      <dgm:prSet loTypeId="urn:microsoft.com/office/officeart/2009/3/layout/CircleRelationship" loCatId="relationship" qsTypeId="urn:microsoft.com/office/officeart/2005/8/quickstyle/simple4" qsCatId="simple" csTypeId="urn:microsoft.com/office/officeart/2005/8/colors/accent1_2" csCatId="accent1" phldr="1"/>
      <dgm:spPr/>
      <dgm:t>
        <a:bodyPr rtlCol="0"/>
        <a:lstStyle/>
        <a:p>
          <a:pPr rtl="0"/>
          <a:endParaRPr lang="en-US"/>
        </a:p>
      </dgm:t>
    </dgm:pt>
    <dgm:pt modelId="{B388C4F7-DD86-40E4-BA83-6838C8E845B2}">
      <dgm:prSet phldrT="[Text]" custT="1"/>
      <dgm:spPr/>
      <dgm:t>
        <a:bodyPr rtlCol="0"/>
        <a:lstStyle/>
        <a:p>
          <a:pPr rtl="0"/>
          <a:r>
            <a:rPr lang="en-US" altLang="zh-CN" sz="2800" b="1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Excel</a:t>
          </a:r>
          <a:endParaRPr lang="zh-CN" altLang="en-US" sz="2800" b="1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4F4EFEB2-AE6B-4B4E-A388-E726479684C1}" type="parTrans" cxnId="{FDEC3F6B-F860-4E8B-8B14-455DBFCFBFB4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BEE196C3-EEB3-4935-976F-A713EF603EEA}" type="sibTrans" cxnId="{FDEC3F6B-F860-4E8B-8B14-455DBFCFBFB4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27C8F191-CB8B-4A89-9EDF-D94B6E4ADC92}">
      <dgm:prSet phldrT="[Text]" custT="1"/>
      <dgm:spPr/>
      <dgm:t>
        <a:bodyPr rtlCol="0"/>
        <a:lstStyle/>
        <a:p>
          <a:pPr rtl="0"/>
          <a:r>
            <a:rPr lang="en-US" altLang="zh-CN" sz="2800" b="1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Word</a:t>
          </a:r>
          <a:endParaRPr lang="zh-CN" altLang="en-US" sz="2800" b="1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8EFDF7C7-310E-4ED5-B739-2186FB69ED8A}" type="parTrans" cxnId="{4E26289A-3825-4A9C-991F-8AB8A7EFD597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755F5D09-ECCD-4FC5-B350-FED951F57983}" type="sibTrans" cxnId="{4E26289A-3825-4A9C-991F-8AB8A7EFD597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AEFF5EA2-6931-4098-96C8-31AE53CB425B}">
      <dgm:prSet phldrT="[Text]" custT="1"/>
      <dgm:spPr/>
      <dgm:t>
        <a:bodyPr rtlCol="0"/>
        <a:lstStyle/>
        <a:p>
          <a:pPr rtl="0"/>
          <a:r>
            <a:rPr lang="en-US" altLang="zh-CN" sz="2800" b="1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PowerPoint</a:t>
          </a:r>
          <a:endParaRPr lang="zh-CN" altLang="en-US" sz="2800" b="1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AC52CE11-07EF-42A7-A67A-2231908FD231}" type="parTrans" cxnId="{2D96128D-55F5-4B46-B071-9EA8CDCA9DCD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FB25E557-3597-4AEA-B1FC-EA99A632BFB1}" type="sibTrans" cxnId="{2D96128D-55F5-4B46-B071-9EA8CDCA9DCD}">
      <dgm:prSet/>
      <dgm:spPr/>
      <dgm:t>
        <a:bodyPr rtlCol="0"/>
        <a:lstStyle/>
        <a:p>
          <a:pPr rtl="0"/>
          <a:endParaRPr lang="zh-CN" altLang="en-US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EC323DFF-E2DA-4381-8948-5F3D2CD82207}" type="pres">
      <dgm:prSet presAssocID="{BE5B76ED-C686-4E97-9A28-74231B4FDDD1}" presName="Name0" presStyleCnt="0">
        <dgm:presLayoutVars>
          <dgm:chMax val="1"/>
          <dgm:chPref val="1"/>
        </dgm:presLayoutVars>
      </dgm:prSet>
      <dgm:spPr/>
    </dgm:pt>
    <dgm:pt modelId="{A6EEB127-C2F5-4C0D-B108-CC2B3F78F4F1}" type="pres">
      <dgm:prSet presAssocID="{B388C4F7-DD86-40E4-BA83-6838C8E845B2}" presName="Parent" presStyleLbl="node0" presStyleIdx="0" presStyleCnt="1">
        <dgm:presLayoutVars>
          <dgm:chMax val="5"/>
          <dgm:chPref val="5"/>
        </dgm:presLayoutVars>
      </dgm:prSet>
      <dgm:spPr/>
    </dgm:pt>
    <dgm:pt modelId="{8A0FF0D8-0AF7-44A4-833E-7EA23A507B5A}" type="pres">
      <dgm:prSet presAssocID="{B388C4F7-DD86-40E4-BA83-6838C8E845B2}" presName="Accent1" presStyleLbl="node1" presStyleIdx="0" presStyleCnt="13"/>
      <dgm:spPr/>
    </dgm:pt>
    <dgm:pt modelId="{F988BAF3-9DE2-4A25-84FE-B7C476401BC3}" type="pres">
      <dgm:prSet presAssocID="{B388C4F7-DD86-40E4-BA83-6838C8E845B2}" presName="Accent2" presStyleLbl="node1" presStyleIdx="1" presStyleCnt="13"/>
      <dgm:spPr/>
    </dgm:pt>
    <dgm:pt modelId="{6288D093-07AF-4EEB-B57C-FB5DA4420E30}" type="pres">
      <dgm:prSet presAssocID="{B388C4F7-DD86-40E4-BA83-6838C8E845B2}" presName="Accent3" presStyleLbl="node1" presStyleIdx="2" presStyleCnt="13"/>
      <dgm:spPr/>
    </dgm:pt>
    <dgm:pt modelId="{099685E2-34CD-4723-A342-ED2D0CA22ECA}" type="pres">
      <dgm:prSet presAssocID="{B388C4F7-DD86-40E4-BA83-6838C8E845B2}" presName="Accent4" presStyleLbl="node1" presStyleIdx="3" presStyleCnt="13"/>
      <dgm:spPr/>
    </dgm:pt>
    <dgm:pt modelId="{282F7230-9226-4387-9620-3DC67223F95C}" type="pres">
      <dgm:prSet presAssocID="{B388C4F7-DD86-40E4-BA83-6838C8E845B2}" presName="Accent5" presStyleLbl="node1" presStyleIdx="4" presStyleCnt="13"/>
      <dgm:spPr/>
    </dgm:pt>
    <dgm:pt modelId="{2682D7C4-37F7-4CA1-B102-AED7627E9C93}" type="pres">
      <dgm:prSet presAssocID="{B388C4F7-DD86-40E4-BA83-6838C8E845B2}" presName="Accent6" presStyleLbl="node1" presStyleIdx="5" presStyleCnt="13"/>
      <dgm:spPr/>
    </dgm:pt>
    <dgm:pt modelId="{CCDD2561-1FC5-4EA6-AD90-3ADAF62A41D1}" type="pres">
      <dgm:prSet presAssocID="{27C8F191-CB8B-4A89-9EDF-D94B6E4ADC92}" presName="Child1" presStyleLbl="node1" presStyleIdx="6" presStyleCnt="13" custScaleX="142765" custScaleY="142765" custLinFactNeighborX="-13611" custLinFactNeighborY="-20914">
        <dgm:presLayoutVars>
          <dgm:chMax val="0"/>
          <dgm:chPref val="0"/>
        </dgm:presLayoutVars>
      </dgm:prSet>
      <dgm:spPr/>
    </dgm:pt>
    <dgm:pt modelId="{DD36342D-1CB9-480B-9443-592ECACCB1B2}" type="pres">
      <dgm:prSet presAssocID="{27C8F191-CB8B-4A89-9EDF-D94B6E4ADC92}" presName="Accent7" presStyleCnt="0"/>
      <dgm:spPr/>
    </dgm:pt>
    <dgm:pt modelId="{2470B0FE-F3CE-48F3-AE82-73016C487D68}" type="pres">
      <dgm:prSet presAssocID="{27C8F191-CB8B-4A89-9EDF-D94B6E4ADC92}" presName="AccentHold1" presStyleLbl="node1" presStyleIdx="7" presStyleCnt="13"/>
      <dgm:spPr/>
    </dgm:pt>
    <dgm:pt modelId="{1C5C821B-7AF3-4B1C-B3FE-45A337B82741}" type="pres">
      <dgm:prSet presAssocID="{27C8F191-CB8B-4A89-9EDF-D94B6E4ADC92}" presName="Accent8" presStyleCnt="0"/>
      <dgm:spPr/>
    </dgm:pt>
    <dgm:pt modelId="{48BC9D73-B86D-4378-970E-5CD650E31618}" type="pres">
      <dgm:prSet presAssocID="{27C8F191-CB8B-4A89-9EDF-D94B6E4ADC92}" presName="AccentHold2" presStyleLbl="node1" presStyleIdx="8" presStyleCnt="13"/>
      <dgm:spPr/>
    </dgm:pt>
    <dgm:pt modelId="{EB301C3D-F1F9-4A72-AC54-827EBC1AD812}" type="pres">
      <dgm:prSet presAssocID="{AEFF5EA2-6931-4098-96C8-31AE53CB425B}" presName="Child2" presStyleLbl="node1" presStyleIdx="9" presStyleCnt="13" custScaleX="155423" custScaleY="155423" custLinFactNeighborX="22013" custLinFactNeighborY="-5070">
        <dgm:presLayoutVars>
          <dgm:chMax val="0"/>
          <dgm:chPref val="0"/>
        </dgm:presLayoutVars>
      </dgm:prSet>
      <dgm:spPr/>
    </dgm:pt>
    <dgm:pt modelId="{6B30F03A-93BA-441A-ABF4-25C2455DF7C0}" type="pres">
      <dgm:prSet presAssocID="{AEFF5EA2-6931-4098-96C8-31AE53CB425B}" presName="Accent9" presStyleCnt="0"/>
      <dgm:spPr/>
    </dgm:pt>
    <dgm:pt modelId="{0DF8FB3E-B0B0-40D8-B039-0C7B496BBA97}" type="pres">
      <dgm:prSet presAssocID="{AEFF5EA2-6931-4098-96C8-31AE53CB425B}" presName="AccentHold1" presStyleLbl="node1" presStyleIdx="10" presStyleCnt="13"/>
      <dgm:spPr/>
    </dgm:pt>
    <dgm:pt modelId="{37FA1CD0-A7DC-4E74-BDC2-224405012EB0}" type="pres">
      <dgm:prSet presAssocID="{AEFF5EA2-6931-4098-96C8-31AE53CB425B}" presName="Accent10" presStyleCnt="0"/>
      <dgm:spPr/>
    </dgm:pt>
    <dgm:pt modelId="{022614F8-042B-41CB-A6A7-8094C903EB2F}" type="pres">
      <dgm:prSet presAssocID="{AEFF5EA2-6931-4098-96C8-31AE53CB425B}" presName="AccentHold2" presStyleLbl="node1" presStyleIdx="11" presStyleCnt="13"/>
      <dgm:spPr/>
    </dgm:pt>
    <dgm:pt modelId="{BA4661A9-DFAB-468E-97BE-F29D08FF69A9}" type="pres">
      <dgm:prSet presAssocID="{AEFF5EA2-6931-4098-96C8-31AE53CB425B}" presName="Accent11" presStyleCnt="0"/>
      <dgm:spPr/>
    </dgm:pt>
    <dgm:pt modelId="{C85BB588-B4E8-4D50-9280-4D4F2686007C}" type="pres">
      <dgm:prSet presAssocID="{AEFF5EA2-6931-4098-96C8-31AE53CB425B}" presName="AccentHold3" presStyleLbl="node1" presStyleIdx="12" presStyleCnt="13"/>
      <dgm:spPr/>
    </dgm:pt>
  </dgm:ptLst>
  <dgm:cxnLst>
    <dgm:cxn modelId="{9443D217-9168-4ECF-A563-7C2F4C998EAA}" type="presOf" srcId="{27C8F191-CB8B-4A89-9EDF-D94B6E4ADC92}" destId="{CCDD2561-1FC5-4EA6-AD90-3ADAF62A41D1}" srcOrd="0" destOrd="0" presId="urn:microsoft.com/office/officeart/2009/3/layout/CircleRelationship"/>
    <dgm:cxn modelId="{FDEC3F6B-F860-4E8B-8B14-455DBFCFBFB4}" srcId="{BE5B76ED-C686-4E97-9A28-74231B4FDDD1}" destId="{B388C4F7-DD86-40E4-BA83-6838C8E845B2}" srcOrd="0" destOrd="0" parTransId="{4F4EFEB2-AE6B-4B4E-A388-E726479684C1}" sibTransId="{BEE196C3-EEB3-4935-976F-A713EF603EEA}"/>
    <dgm:cxn modelId="{2D96128D-55F5-4B46-B071-9EA8CDCA9DCD}" srcId="{B388C4F7-DD86-40E4-BA83-6838C8E845B2}" destId="{AEFF5EA2-6931-4098-96C8-31AE53CB425B}" srcOrd="1" destOrd="0" parTransId="{AC52CE11-07EF-42A7-A67A-2231908FD231}" sibTransId="{FB25E557-3597-4AEA-B1FC-EA99A632BFB1}"/>
    <dgm:cxn modelId="{4E26289A-3825-4A9C-991F-8AB8A7EFD597}" srcId="{B388C4F7-DD86-40E4-BA83-6838C8E845B2}" destId="{27C8F191-CB8B-4A89-9EDF-D94B6E4ADC92}" srcOrd="0" destOrd="0" parTransId="{8EFDF7C7-310E-4ED5-B739-2186FB69ED8A}" sibTransId="{755F5D09-ECCD-4FC5-B350-FED951F57983}"/>
    <dgm:cxn modelId="{61F4EB9B-7EBC-4FC4-B727-C4A1C0EF0E59}" type="presOf" srcId="{AEFF5EA2-6931-4098-96C8-31AE53CB425B}" destId="{EB301C3D-F1F9-4A72-AC54-827EBC1AD812}" srcOrd="0" destOrd="0" presId="urn:microsoft.com/office/officeart/2009/3/layout/CircleRelationship"/>
    <dgm:cxn modelId="{873563D0-860F-487F-97A2-E4B8D49A3DAA}" type="presOf" srcId="{B388C4F7-DD86-40E4-BA83-6838C8E845B2}" destId="{A6EEB127-C2F5-4C0D-B108-CC2B3F78F4F1}" srcOrd="0" destOrd="0" presId="urn:microsoft.com/office/officeart/2009/3/layout/CircleRelationship"/>
    <dgm:cxn modelId="{A3AC16E3-96A0-4DCE-A502-BF3413F7EEBB}" type="presOf" srcId="{BE5B76ED-C686-4E97-9A28-74231B4FDDD1}" destId="{EC323DFF-E2DA-4381-8948-5F3D2CD82207}" srcOrd="0" destOrd="0" presId="urn:microsoft.com/office/officeart/2009/3/layout/CircleRelationship"/>
    <dgm:cxn modelId="{7D45573C-4EBD-433F-BFA4-B1A529D7A12E}" type="presParOf" srcId="{EC323DFF-E2DA-4381-8948-5F3D2CD82207}" destId="{A6EEB127-C2F5-4C0D-B108-CC2B3F78F4F1}" srcOrd="0" destOrd="0" presId="urn:microsoft.com/office/officeart/2009/3/layout/CircleRelationship"/>
    <dgm:cxn modelId="{F969CC6B-49AF-4CFA-905C-5A439FA65BB3}" type="presParOf" srcId="{EC323DFF-E2DA-4381-8948-5F3D2CD82207}" destId="{8A0FF0D8-0AF7-44A4-833E-7EA23A507B5A}" srcOrd="1" destOrd="0" presId="urn:microsoft.com/office/officeart/2009/3/layout/CircleRelationship"/>
    <dgm:cxn modelId="{0B13118F-EC84-4BBC-B9D4-F016C42736A0}" type="presParOf" srcId="{EC323DFF-E2DA-4381-8948-5F3D2CD82207}" destId="{F988BAF3-9DE2-4A25-84FE-B7C476401BC3}" srcOrd="2" destOrd="0" presId="urn:microsoft.com/office/officeart/2009/3/layout/CircleRelationship"/>
    <dgm:cxn modelId="{5A4C313A-14FE-4D34-9BAF-E781C66DAB07}" type="presParOf" srcId="{EC323DFF-E2DA-4381-8948-5F3D2CD82207}" destId="{6288D093-07AF-4EEB-B57C-FB5DA4420E30}" srcOrd="3" destOrd="0" presId="urn:microsoft.com/office/officeart/2009/3/layout/CircleRelationship"/>
    <dgm:cxn modelId="{D6ACDC7E-1588-4451-A7EF-95F6F8F98E10}" type="presParOf" srcId="{EC323DFF-E2DA-4381-8948-5F3D2CD82207}" destId="{099685E2-34CD-4723-A342-ED2D0CA22ECA}" srcOrd="4" destOrd="0" presId="urn:microsoft.com/office/officeart/2009/3/layout/CircleRelationship"/>
    <dgm:cxn modelId="{BF445524-7631-46A4-A9F8-F7CB08035DDB}" type="presParOf" srcId="{EC323DFF-E2DA-4381-8948-5F3D2CD82207}" destId="{282F7230-9226-4387-9620-3DC67223F95C}" srcOrd="5" destOrd="0" presId="urn:microsoft.com/office/officeart/2009/3/layout/CircleRelationship"/>
    <dgm:cxn modelId="{218BBC07-C0B0-48B2-980B-148E51AEE23B}" type="presParOf" srcId="{EC323DFF-E2DA-4381-8948-5F3D2CD82207}" destId="{2682D7C4-37F7-4CA1-B102-AED7627E9C93}" srcOrd="6" destOrd="0" presId="urn:microsoft.com/office/officeart/2009/3/layout/CircleRelationship"/>
    <dgm:cxn modelId="{AA1E1669-BD7D-411E-94D4-913E8566F654}" type="presParOf" srcId="{EC323DFF-E2DA-4381-8948-5F3D2CD82207}" destId="{CCDD2561-1FC5-4EA6-AD90-3ADAF62A41D1}" srcOrd="7" destOrd="0" presId="urn:microsoft.com/office/officeart/2009/3/layout/CircleRelationship"/>
    <dgm:cxn modelId="{D0F07794-37F8-4175-8296-9725EA64B2E3}" type="presParOf" srcId="{EC323DFF-E2DA-4381-8948-5F3D2CD82207}" destId="{DD36342D-1CB9-480B-9443-592ECACCB1B2}" srcOrd="8" destOrd="0" presId="urn:microsoft.com/office/officeart/2009/3/layout/CircleRelationship"/>
    <dgm:cxn modelId="{8AE7B659-C31F-4F52-9686-C1ABB63B1EA9}" type="presParOf" srcId="{DD36342D-1CB9-480B-9443-592ECACCB1B2}" destId="{2470B0FE-F3CE-48F3-AE82-73016C487D68}" srcOrd="0" destOrd="0" presId="urn:microsoft.com/office/officeart/2009/3/layout/CircleRelationship"/>
    <dgm:cxn modelId="{5834BBB2-34B9-46B9-948C-3BC456B978F5}" type="presParOf" srcId="{EC323DFF-E2DA-4381-8948-5F3D2CD82207}" destId="{1C5C821B-7AF3-4B1C-B3FE-45A337B82741}" srcOrd="9" destOrd="0" presId="urn:microsoft.com/office/officeart/2009/3/layout/CircleRelationship"/>
    <dgm:cxn modelId="{639DABF8-5BDE-484F-A747-33E9F42E376F}" type="presParOf" srcId="{1C5C821B-7AF3-4B1C-B3FE-45A337B82741}" destId="{48BC9D73-B86D-4378-970E-5CD650E31618}" srcOrd="0" destOrd="0" presId="urn:microsoft.com/office/officeart/2009/3/layout/CircleRelationship"/>
    <dgm:cxn modelId="{318F3B25-56D7-4CD3-80CD-4ECF6ABE9097}" type="presParOf" srcId="{EC323DFF-E2DA-4381-8948-5F3D2CD82207}" destId="{EB301C3D-F1F9-4A72-AC54-827EBC1AD812}" srcOrd="10" destOrd="0" presId="urn:microsoft.com/office/officeart/2009/3/layout/CircleRelationship"/>
    <dgm:cxn modelId="{5F192FAF-AA29-4119-9D75-AAF74B2D984A}" type="presParOf" srcId="{EC323DFF-E2DA-4381-8948-5F3D2CD82207}" destId="{6B30F03A-93BA-441A-ABF4-25C2455DF7C0}" srcOrd="11" destOrd="0" presId="urn:microsoft.com/office/officeart/2009/3/layout/CircleRelationship"/>
    <dgm:cxn modelId="{FF4ED7F3-8BF5-4BCE-8EC2-0B8ACBB19BC4}" type="presParOf" srcId="{6B30F03A-93BA-441A-ABF4-25C2455DF7C0}" destId="{0DF8FB3E-B0B0-40D8-B039-0C7B496BBA97}" srcOrd="0" destOrd="0" presId="urn:microsoft.com/office/officeart/2009/3/layout/CircleRelationship"/>
    <dgm:cxn modelId="{89500581-5988-46A4-9DF9-3A7B84A68823}" type="presParOf" srcId="{EC323DFF-E2DA-4381-8948-5F3D2CD82207}" destId="{37FA1CD0-A7DC-4E74-BDC2-224405012EB0}" srcOrd="12" destOrd="0" presId="urn:microsoft.com/office/officeart/2009/3/layout/CircleRelationship"/>
    <dgm:cxn modelId="{7957AFA6-FEBB-441D-B867-7098C7F0D056}" type="presParOf" srcId="{37FA1CD0-A7DC-4E74-BDC2-224405012EB0}" destId="{022614F8-042B-41CB-A6A7-8094C903EB2F}" srcOrd="0" destOrd="0" presId="urn:microsoft.com/office/officeart/2009/3/layout/CircleRelationship"/>
    <dgm:cxn modelId="{93B1B3BC-398A-43F6-862B-AA461BA776D1}" type="presParOf" srcId="{EC323DFF-E2DA-4381-8948-5F3D2CD82207}" destId="{BA4661A9-DFAB-468E-97BE-F29D08FF69A9}" srcOrd="13" destOrd="0" presId="urn:microsoft.com/office/officeart/2009/3/layout/CircleRelationship"/>
    <dgm:cxn modelId="{063A3997-1101-4FAD-B1B6-AA0965152552}" type="presParOf" srcId="{BA4661A9-DFAB-468E-97BE-F29D08FF69A9}" destId="{C85BB588-B4E8-4D50-9280-4D4F2686007C}" srcOrd="0" destOrd="0" presId="urn:microsoft.com/office/officeart/2009/3/layout/CircleRelationship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40066-1B2E-4C4E-80A2-97E86ABFA479}">
      <dsp:nvSpPr>
        <dsp:cNvPr id="0" name=""/>
        <dsp:cNvSpPr/>
      </dsp:nvSpPr>
      <dsp:spPr>
        <a:xfrm>
          <a:off x="129313" y="735315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B2F71-E638-412C-8147-FC7081E08B04}">
      <dsp:nvSpPr>
        <dsp:cNvPr id="0" name=""/>
        <dsp:cNvSpPr/>
      </dsp:nvSpPr>
      <dsp:spPr>
        <a:xfrm>
          <a:off x="292918" y="898921"/>
          <a:ext cx="451863" cy="4518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AF25A-E676-44EA-BB66-F2100ACAD1CB}">
      <dsp:nvSpPr>
        <dsp:cNvPr id="0" name=""/>
        <dsp:cNvSpPr/>
      </dsp:nvSpPr>
      <dsp:spPr>
        <a:xfrm>
          <a:off x="1075332" y="735315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概述</a:t>
          </a:r>
        </a:p>
      </dsp:txBody>
      <dsp:txXfrm>
        <a:off x="1075332" y="735315"/>
        <a:ext cx="1836390" cy="779074"/>
      </dsp:txXfrm>
    </dsp:sp>
    <dsp:sp modelId="{75512A68-FA50-4392-A441-C6EC352FE606}">
      <dsp:nvSpPr>
        <dsp:cNvPr id="0" name=""/>
        <dsp:cNvSpPr/>
      </dsp:nvSpPr>
      <dsp:spPr>
        <a:xfrm>
          <a:off x="3231700" y="735315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5A8E1-258A-4D4B-9D55-24376C0AB360}">
      <dsp:nvSpPr>
        <dsp:cNvPr id="0" name=""/>
        <dsp:cNvSpPr/>
      </dsp:nvSpPr>
      <dsp:spPr>
        <a:xfrm>
          <a:off x="3395305" y="898921"/>
          <a:ext cx="451863" cy="4518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3C7F31-A7C1-43C9-AE27-AAE9100EE1FE}">
      <dsp:nvSpPr>
        <dsp:cNvPr id="0" name=""/>
        <dsp:cNvSpPr/>
      </dsp:nvSpPr>
      <dsp:spPr>
        <a:xfrm>
          <a:off x="4177719" y="735315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分类</a:t>
          </a:r>
        </a:p>
      </dsp:txBody>
      <dsp:txXfrm>
        <a:off x="4177719" y="735315"/>
        <a:ext cx="1836390" cy="779074"/>
      </dsp:txXfrm>
    </dsp:sp>
    <dsp:sp modelId="{2CA4BD4C-87EF-4944-9E57-97154B3B633C}">
      <dsp:nvSpPr>
        <dsp:cNvPr id="0" name=""/>
        <dsp:cNvSpPr/>
      </dsp:nvSpPr>
      <dsp:spPr>
        <a:xfrm>
          <a:off x="129313" y="2134742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F53AC-3AF2-437B-A5AB-1239ADEC0676}">
      <dsp:nvSpPr>
        <dsp:cNvPr id="0" name=""/>
        <dsp:cNvSpPr/>
      </dsp:nvSpPr>
      <dsp:spPr>
        <a:xfrm>
          <a:off x="292918" y="2298348"/>
          <a:ext cx="451863" cy="4518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3E058-79E0-456E-A0FD-258E317D3D6A}">
      <dsp:nvSpPr>
        <dsp:cNvPr id="0" name=""/>
        <dsp:cNvSpPr/>
      </dsp:nvSpPr>
      <dsp:spPr>
        <a:xfrm>
          <a:off x="1075332" y="2134742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具体用途</a:t>
          </a:r>
        </a:p>
      </dsp:txBody>
      <dsp:txXfrm>
        <a:off x="1075332" y="2134742"/>
        <a:ext cx="1836390" cy="779074"/>
      </dsp:txXfrm>
    </dsp:sp>
    <dsp:sp modelId="{7089FE6B-57E5-4306-8097-E758E000C828}">
      <dsp:nvSpPr>
        <dsp:cNvPr id="0" name=""/>
        <dsp:cNvSpPr/>
      </dsp:nvSpPr>
      <dsp:spPr>
        <a:xfrm>
          <a:off x="3231700" y="2134742"/>
          <a:ext cx="779074" cy="7790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0BC0F-FFD5-42B5-B952-9316B9364F6F}">
      <dsp:nvSpPr>
        <dsp:cNvPr id="0" name=""/>
        <dsp:cNvSpPr/>
      </dsp:nvSpPr>
      <dsp:spPr>
        <a:xfrm>
          <a:off x="3395305" y="2298348"/>
          <a:ext cx="451863" cy="4518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03AFE5-FAA2-4D8A-AEFA-D3C5CB41E5BC}">
      <dsp:nvSpPr>
        <dsp:cNvPr id="0" name=""/>
        <dsp:cNvSpPr/>
      </dsp:nvSpPr>
      <dsp:spPr>
        <a:xfrm>
          <a:off x="4177719" y="2134742"/>
          <a:ext cx="1836390" cy="779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ctr" anchorCtr="0">
          <a:noAutofit/>
        </a:bodyPr>
        <a:lstStyle/>
        <a:p>
          <a:pPr marL="0" lvl="0" indent="0" algn="l" defTabSz="10668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适用范围</a:t>
          </a:r>
          <a:endParaRPr lang="en-US" altLang="zh-CN" sz="2400" kern="1200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4177719" y="2134742"/>
        <a:ext cx="1836390" cy="7790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EEB127-C2F5-4C0D-B108-CC2B3F78F4F1}">
      <dsp:nvSpPr>
        <dsp:cNvPr id="0" name=""/>
        <dsp:cNvSpPr/>
      </dsp:nvSpPr>
      <dsp:spPr>
        <a:xfrm>
          <a:off x="1746397" y="269357"/>
          <a:ext cx="3188953" cy="318888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Excel</a:t>
          </a:r>
          <a:endParaRPr lang="zh-CN" altLang="en-US" sz="2800" b="1" kern="1200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2213408" y="736358"/>
        <a:ext cx="2254931" cy="2254883"/>
      </dsp:txXfrm>
    </dsp:sp>
    <dsp:sp modelId="{8A0FF0D8-0AF7-44A4-833E-7EA23A507B5A}">
      <dsp:nvSpPr>
        <dsp:cNvPr id="0" name=""/>
        <dsp:cNvSpPr/>
      </dsp:nvSpPr>
      <dsp:spPr>
        <a:xfrm>
          <a:off x="3565945" y="124069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988BAF3-9DE2-4A25-84FE-B7C476401BC3}">
      <dsp:nvSpPr>
        <dsp:cNvPr id="0" name=""/>
        <dsp:cNvSpPr/>
      </dsp:nvSpPr>
      <dsp:spPr>
        <a:xfrm>
          <a:off x="2726154" y="3221310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288D093-07AF-4EEB-B57C-FB5DA4420E30}">
      <dsp:nvSpPr>
        <dsp:cNvPr id="0" name=""/>
        <dsp:cNvSpPr/>
      </dsp:nvSpPr>
      <dsp:spPr>
        <a:xfrm>
          <a:off x="5140554" y="1563537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9685E2-34CD-4723-A342-ED2D0CA22ECA}">
      <dsp:nvSpPr>
        <dsp:cNvPr id="0" name=""/>
        <dsp:cNvSpPr/>
      </dsp:nvSpPr>
      <dsp:spPr>
        <a:xfrm>
          <a:off x="3911707" y="3494750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2F7230-9226-4387-9620-3DC67223F95C}">
      <dsp:nvSpPr>
        <dsp:cNvPr id="0" name=""/>
        <dsp:cNvSpPr/>
      </dsp:nvSpPr>
      <dsp:spPr>
        <a:xfrm>
          <a:off x="2799102" y="628106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82D7C4-37F7-4CA1-B102-AED7627E9C93}">
      <dsp:nvSpPr>
        <dsp:cNvPr id="0" name=""/>
        <dsp:cNvSpPr/>
      </dsp:nvSpPr>
      <dsp:spPr>
        <a:xfrm>
          <a:off x="1989557" y="2098495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CDD2561-1FC5-4EA6-AD90-3ADAF62A41D1}">
      <dsp:nvSpPr>
        <dsp:cNvPr id="0" name=""/>
        <dsp:cNvSpPr/>
      </dsp:nvSpPr>
      <dsp:spPr>
        <a:xfrm>
          <a:off x="296359" y="296740"/>
          <a:ext cx="1850887" cy="185029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Word</a:t>
          </a:r>
          <a:endParaRPr lang="zh-CN" altLang="en-US" sz="2800" b="1" kern="1200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567415" y="567710"/>
        <a:ext cx="1308775" cy="1308356"/>
      </dsp:txXfrm>
    </dsp:sp>
    <dsp:sp modelId="{2470B0FE-F3CE-48F3-AE82-73016C487D68}">
      <dsp:nvSpPr>
        <dsp:cNvPr id="0" name=""/>
        <dsp:cNvSpPr/>
      </dsp:nvSpPr>
      <dsp:spPr>
        <a:xfrm>
          <a:off x="3207136" y="639282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BC9D73-B86D-4378-970E-5CD650E31618}">
      <dsp:nvSpPr>
        <dsp:cNvPr id="0" name=""/>
        <dsp:cNvSpPr/>
      </dsp:nvSpPr>
      <dsp:spPr>
        <a:xfrm>
          <a:off x="871615" y="2520948"/>
          <a:ext cx="641111" cy="64112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301C3D-F1F9-4A72-AC54-827EBC1AD812}">
      <dsp:nvSpPr>
        <dsp:cNvPr id="0" name=""/>
        <dsp:cNvSpPr/>
      </dsp:nvSpPr>
      <dsp:spPr>
        <a:xfrm>
          <a:off x="5188255" y="-124069"/>
          <a:ext cx="2014993" cy="201434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rtlCol="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noProof="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PowerPoint</a:t>
          </a:r>
          <a:endParaRPr lang="zh-CN" altLang="en-US" sz="2800" b="1" kern="1200" noProof="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5483344" y="170926"/>
        <a:ext cx="1424815" cy="1424359"/>
      </dsp:txXfrm>
    </dsp:sp>
    <dsp:sp modelId="{0DF8FB3E-B0B0-40D8-B039-0C7B496BBA97}">
      <dsp:nvSpPr>
        <dsp:cNvPr id="0" name=""/>
        <dsp:cNvSpPr/>
      </dsp:nvSpPr>
      <dsp:spPr>
        <a:xfrm>
          <a:off x="4683888" y="1129908"/>
          <a:ext cx="354657" cy="35465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2614F8-042B-41CB-A6A7-8094C903EB2F}">
      <dsp:nvSpPr>
        <dsp:cNvPr id="0" name=""/>
        <dsp:cNvSpPr/>
      </dsp:nvSpPr>
      <dsp:spPr>
        <a:xfrm>
          <a:off x="627862" y="3283896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5BB588-B4E8-4D50-9280-4D4F2686007C}">
      <dsp:nvSpPr>
        <dsp:cNvPr id="0" name=""/>
        <dsp:cNvSpPr/>
      </dsp:nvSpPr>
      <dsp:spPr>
        <a:xfrm>
          <a:off x="3188751" y="2918068"/>
          <a:ext cx="256800" cy="25704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循环流程图"/>
  <dgm:desc val="用于显示流程中的有序步骤。限制为 11 个 1 级形状及数量不限的 2 级形状。最适用于少量文本。不会显示未使用的文本，但如果切换布局仍然可用。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737F2D40-DF92-4ADE-A761-CBF896599C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4F42E9-55BA-437C-85B3-324B4E2BF2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252723D-D4DE-4556-A681-674D63E5E761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2026/1/4</a:t>
            </a:fld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07DF0FD-84A5-462F-A0AC-B2CEF6020C4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D85C710-014C-4C89-9B64-843B9863CE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EC605DA-80A8-4B7B-B889-6C5700BB4CEA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5392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2A407D89-7B00-4E0F-AC04-610B20E7CAF9}" type="datetime1">
              <a:rPr lang="zh-CN" altLang="en-US" smtClean="0"/>
              <a:pPr/>
              <a:t>2026/1/4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F3544625-0ADF-4414-89A2-9E135F0C849F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222809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98086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66540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010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3544625-0ADF-4414-89A2-9E135F0C849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834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 noProof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F8909168-4A34-4324-A83E-BD3E42B16F2A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202325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ED38EE-2E2A-4F0B-8A99-E01B7D8AE739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46654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rtlCol="0" anchor="b"/>
          <a:lstStyle>
            <a:lvl1pPr algn="l">
              <a:defRPr sz="4000" b="0" cap="all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9925AA-FD42-4E46-B5E3-34027E08BA98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074580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6E6046-E7F8-43A6-A21B-5E897CAEBD47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623104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rtlCol="0"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76C7A7-9AEF-4176-B3C5-C9AC3A586E0A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987299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9CBC08-4894-4154-92BB-CEC7564BF5D0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40550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04ACDB-403D-45F7-BA7B-CDC631E103DE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293073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rtlCol="0" anchor="ctr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905170-1958-47F4-9682-359E29E272CE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1140976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rtlCol="0" anchor="b">
            <a:normAutofit/>
          </a:bodyPr>
          <a:lstStyle>
            <a:lvl1pPr algn="l">
              <a:defRPr sz="2800" b="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4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105F54-EE89-4D9B-9F9C-6DECEE061631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7908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rtlCol="0" anchor="b">
            <a:normAutofit/>
          </a:bodyPr>
          <a:lstStyle>
            <a:lvl1pPr algn="l">
              <a:defRPr sz="2400" b="0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 noProof="0"/>
              <a:t>单击图标以添加图片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C26EF6-1ED0-4FB0-8F90-2C9921C13D99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38631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rtlCol="0" anchor="ctr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EE78C5-681C-4317-A28E-695CCF90563A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498008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题注的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altLang="en-US" sz="8000" noProof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altLang="en-US" sz="8000" noProof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rtlCol="0" anchor="ctr"/>
          <a:lstStyle>
            <a:lvl1pPr marL="0" indent="0">
              <a:buFontTx/>
              <a:buNone/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DBD9451-F8BC-4121-A45B-F0B7464CF2AC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20505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rtlCol="0" anchor="b">
            <a:normAutofit/>
          </a:bodyPr>
          <a:lstStyle>
            <a:lvl1pPr algn="l">
              <a:defRPr sz="3200" b="0" cap="none"/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FEA4BC-BAE6-4A1F-994E-523C55AE5C9B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17856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altLang="en-US" sz="8000" noProof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zh-CN" altLang="en-US" sz="8000" noProof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rtlCol="0"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25E4979-2E7C-4B55-B892-E9FF271F4E15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04418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 rtl="0">
              <a:spcBef>
                <a:spcPct val="0"/>
              </a:spcBef>
              <a:buNone/>
            </a:pPr>
            <a:r>
              <a:rPr lang="zh-CN" altLang="en-US" noProof="0"/>
              <a:t>单击此处编辑母版文本样式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1027BD-1FB7-485B-9032-6DD3B27E5252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2859608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A2B674-02BF-4098-BE33-7013FA47DF03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202126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rtlCol="0" anchor="t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二级</a:t>
            </a:r>
          </a:p>
          <a:p>
            <a:pPr lvl="2" rtl="0"/>
            <a:r>
              <a:rPr lang="zh-CN" altLang="en-US" noProof="0"/>
              <a:t>三级</a:t>
            </a:r>
          </a:p>
          <a:p>
            <a:pPr lvl="3" rtl="0"/>
            <a:r>
              <a:rPr lang="zh-CN" altLang="en-US" noProof="0"/>
              <a:t>四级</a:t>
            </a:r>
          </a:p>
          <a:p>
            <a:pPr lvl="4" rtl="0"/>
            <a:r>
              <a:rPr lang="zh-CN" altLang="en-US" noProof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6CD0FE-0A49-4198-A732-213A10C7BDD9}" type="datetime1">
              <a:rPr lang="zh-CN" altLang="en-US" noProof="0" smtClean="0"/>
              <a:t>2026/1/4</a:t>
            </a:fld>
            <a:endParaRPr lang="zh-CN" altLang="en-US" noProof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9E57DC2-970A-4B3E-BB1C-7A09969E49DF}" type="slidenum">
              <a:rPr lang="en-US" altLang="zh-CN" noProof="0" smtClean="0"/>
              <a:t>‹#›</a:t>
            </a:fld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244754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zh-CN" altLang="en-US" noProof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FAB11F1-59FE-48BE-91BA-99BF2D5E1491}" type="datetime1">
              <a:rPr lang="zh-CN" altLang="en-US" noProof="0" smtClean="0"/>
              <a:t>2026/1/4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69E57DC2-970A-4B3E-BB1C-7A09969E49DF}" type="slidenum">
              <a:rPr lang="en-US" altLang="zh-CN" noProof="0" smtClean="0"/>
              <a:pPr/>
              <a:t>‹#›</a:t>
            </a:fld>
            <a:endParaRPr lang="zh-CN" altLang="en-US" noProof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50657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1.jpe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6.jpg"/><Relationship Id="rId10" Type="http://schemas.microsoft.com/office/2007/relationships/diagramDrawing" Target="../diagrams/drawing1.xml"/><Relationship Id="rId4" Type="http://schemas.openxmlformats.org/officeDocument/2006/relationships/image" Target="../media/image5.jp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夜晚的天空以及远处地平线上的群山">
            <a:extLst>
              <a:ext uri="{FF2B5EF4-FFF2-40B4-BE49-F238E27FC236}">
                <a16:creationId xmlns:a16="http://schemas.microsoft.com/office/drawing/2014/main" id="{7C454B0C-0819-4D56-9275-BCE254DA6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40C7600-5BA8-4A54-887F-74AF87750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5481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b="1" dirty="0"/>
              <a:t>Office</a:t>
            </a:r>
            <a:r>
              <a:rPr lang="zh-CN" altLang="en-US" b="1" dirty="0"/>
              <a:t>教程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584786-6548-4BB4-95FD-977AD1F36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7309" y="4976282"/>
            <a:ext cx="7982816" cy="1405467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Lorem ipsum dolor sit </a:t>
            </a:r>
            <a:r>
              <a:rPr lang="en-US" altLang="zh-C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amet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</a:t>
            </a:r>
            <a:r>
              <a:rPr lang="en-US" altLang="zh-C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consectetuer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adipiscing</a:t>
            </a:r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C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elit</a:t>
            </a: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721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99F444-FCBD-B140-9C05-E443FA080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6143423" cy="1456267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总目录</a:t>
            </a:r>
            <a:endParaRPr lang="zh-CN" altLang="ru-RU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 descr="夜晚天空中的卫星">
            <a:extLst>
              <a:ext uri="{FF2B5EF4-FFF2-40B4-BE49-F238E27FC236}">
                <a16:creationId xmlns:a16="http://schemas.microsoft.com/office/drawing/2014/main" id="{D4F2268B-BB87-42FB-B84F-C145C01B49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11" r="16027" b="1"/>
          <a:stretch/>
        </p:blipFill>
        <p:spPr>
          <a:xfrm>
            <a:off x="8888133" y="4144246"/>
            <a:ext cx="3302966" cy="2717299"/>
          </a:xfrm>
          <a:custGeom>
            <a:avLst/>
            <a:gdLst>
              <a:gd name="connsiteX0" fmla="*/ 1663658 w 3039855"/>
              <a:gd name="connsiteY0" fmla="*/ 0 h 2500842"/>
              <a:gd name="connsiteX1" fmla="*/ 2947417 w 3039855"/>
              <a:gd name="connsiteY1" fmla="*/ 605417 h 2500842"/>
              <a:gd name="connsiteX2" fmla="*/ 3039855 w 3039855"/>
              <a:gd name="connsiteY2" fmla="*/ 729032 h 2500842"/>
              <a:gd name="connsiteX3" fmla="*/ 3039855 w 3039855"/>
              <a:gd name="connsiteY3" fmla="*/ 2500842 h 2500842"/>
              <a:gd name="connsiteX4" fmla="*/ 226952 w 3039855"/>
              <a:gd name="connsiteY4" fmla="*/ 2500842 h 2500842"/>
              <a:gd name="connsiteX5" fmla="*/ 155401 w 3039855"/>
              <a:gd name="connsiteY5" fmla="*/ 2366679 h 2500842"/>
              <a:gd name="connsiteX6" fmla="*/ 0 w 3039855"/>
              <a:gd name="connsiteY6" fmla="*/ 1663658 h 2500842"/>
              <a:gd name="connsiteX7" fmla="*/ 1663658 w 3039855"/>
              <a:gd name="connsiteY7" fmla="*/ 0 h 2500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</p:spPr>
      </p:pic>
      <p:grpSp>
        <p:nvGrpSpPr>
          <p:cNvPr id="179" name="组 178">
            <a:extLst>
              <a:ext uri="{FF2B5EF4-FFF2-40B4-BE49-F238E27FC236}">
                <a16:creationId xmlns:a16="http://schemas.microsoft.com/office/drawing/2014/main" id="{CFEF753B-CA1B-4178-80F5-095B7FEA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80" name="任意多边形(F) 98">
              <a:extLst>
                <a:ext uri="{FF2B5EF4-FFF2-40B4-BE49-F238E27FC236}">
                  <a16:creationId xmlns:a16="http://schemas.microsoft.com/office/drawing/2014/main" id="{86C68ECC-F0A0-411E-A303-6DC0707A3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181" name="组 180">
              <a:extLst>
                <a:ext uri="{FF2B5EF4-FFF2-40B4-BE49-F238E27FC236}">
                  <a16:creationId xmlns:a16="http://schemas.microsoft.com/office/drawing/2014/main" id="{6A21E140-4ECB-4C42-BDC7-F4351513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2" name="直接连接符​​(S) 181">
                <a:extLst>
                  <a:ext uri="{FF2B5EF4-FFF2-40B4-BE49-F238E27FC236}">
                    <a16:creationId xmlns:a16="http://schemas.microsoft.com/office/drawing/2014/main" id="{2940CFC5-AC4C-4746-A3B9-3DD434FF6D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​​(S) 182">
                <a:extLst>
                  <a:ext uri="{FF2B5EF4-FFF2-40B4-BE49-F238E27FC236}">
                    <a16:creationId xmlns:a16="http://schemas.microsoft.com/office/drawing/2014/main" id="{6EC95677-9C92-4D0D-91D4-E07380F250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​​(S) 183">
                <a:extLst>
                  <a:ext uri="{FF2B5EF4-FFF2-40B4-BE49-F238E27FC236}">
                    <a16:creationId xmlns:a16="http://schemas.microsoft.com/office/drawing/2014/main" id="{097602B2-71E1-4395-9C47-DE48B712A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​​(S) 184">
                <a:extLst>
                  <a:ext uri="{FF2B5EF4-FFF2-40B4-BE49-F238E27FC236}">
                    <a16:creationId xmlns:a16="http://schemas.microsoft.com/office/drawing/2014/main" id="{7FC50570-F1A9-4DB3-A64D-3A21A5888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​​(S) 185">
                <a:extLst>
                  <a:ext uri="{FF2B5EF4-FFF2-40B4-BE49-F238E27FC236}">
                    <a16:creationId xmlns:a16="http://schemas.microsoft.com/office/drawing/2014/main" id="{88E4F209-3FDA-4C17-A86D-59990132F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​​(S) 186">
                <a:extLst>
                  <a:ext uri="{FF2B5EF4-FFF2-40B4-BE49-F238E27FC236}">
                    <a16:creationId xmlns:a16="http://schemas.microsoft.com/office/drawing/2014/main" id="{9950C402-F8DC-4C99-90A8-CD67BDEC6C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直接连接符​​(S) 187">
                <a:extLst>
                  <a:ext uri="{FF2B5EF4-FFF2-40B4-BE49-F238E27FC236}">
                    <a16:creationId xmlns:a16="http://schemas.microsoft.com/office/drawing/2014/main" id="{76483FEF-FBDD-456C-AD52-B6D166FB1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直接连接符​​(S) 188">
                <a:extLst>
                  <a:ext uri="{FF2B5EF4-FFF2-40B4-BE49-F238E27FC236}">
                    <a16:creationId xmlns:a16="http://schemas.microsoft.com/office/drawing/2014/main" id="{DA316CA5-D470-4E6D-A6E8-D35DB7725D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​​(S) 189">
                <a:extLst>
                  <a:ext uri="{FF2B5EF4-FFF2-40B4-BE49-F238E27FC236}">
                    <a16:creationId xmlns:a16="http://schemas.microsoft.com/office/drawing/2014/main" id="{8BFA4937-71AA-4400-8DCD-20E5DF05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​​(S) 190">
                <a:extLst>
                  <a:ext uri="{FF2B5EF4-FFF2-40B4-BE49-F238E27FC236}">
                    <a16:creationId xmlns:a16="http://schemas.microsoft.com/office/drawing/2014/main" id="{768FA0D4-7119-47B3-8329-097877077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​​(S) 191">
                <a:extLst>
                  <a:ext uri="{FF2B5EF4-FFF2-40B4-BE49-F238E27FC236}">
                    <a16:creationId xmlns:a16="http://schemas.microsoft.com/office/drawing/2014/main" id="{62C433AC-8114-47CC-9467-FCB5FE9807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​​(S) 192">
                <a:extLst>
                  <a:ext uri="{FF2B5EF4-FFF2-40B4-BE49-F238E27FC236}">
                    <a16:creationId xmlns:a16="http://schemas.microsoft.com/office/drawing/2014/main" id="{BF9CB489-BA36-4004-A019-75FBA23CCB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​​(S) 193">
                <a:extLst>
                  <a:ext uri="{FF2B5EF4-FFF2-40B4-BE49-F238E27FC236}">
                    <a16:creationId xmlns:a16="http://schemas.microsoft.com/office/drawing/2014/main" id="{B4C060E4-E790-4A31-B683-EA834FCF4E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直接连接符​​(S) 194">
                <a:extLst>
                  <a:ext uri="{FF2B5EF4-FFF2-40B4-BE49-F238E27FC236}">
                    <a16:creationId xmlns:a16="http://schemas.microsoft.com/office/drawing/2014/main" id="{13F00D2A-400F-4678-BB33-16B61650F4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直接连接符​​(S) 195">
                <a:extLst>
                  <a:ext uri="{FF2B5EF4-FFF2-40B4-BE49-F238E27FC236}">
                    <a16:creationId xmlns:a16="http://schemas.microsoft.com/office/drawing/2014/main" id="{46AABFD4-3727-4DF4-933A-C0A090248A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​​(S) 196">
                <a:extLst>
                  <a:ext uri="{FF2B5EF4-FFF2-40B4-BE49-F238E27FC236}">
                    <a16:creationId xmlns:a16="http://schemas.microsoft.com/office/drawing/2014/main" id="{6CC40A87-D067-41BF-B368-A197EC0D9D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​​(S) 197">
                <a:extLst>
                  <a:ext uri="{FF2B5EF4-FFF2-40B4-BE49-F238E27FC236}">
                    <a16:creationId xmlns:a16="http://schemas.microsoft.com/office/drawing/2014/main" id="{E116F92B-7098-4139-AC77-75B4CE3323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​​(S) 198">
                <a:extLst>
                  <a:ext uri="{FF2B5EF4-FFF2-40B4-BE49-F238E27FC236}">
                    <a16:creationId xmlns:a16="http://schemas.microsoft.com/office/drawing/2014/main" id="{CFDF485C-38E7-4C0D-A2A7-3F1DE3B918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​​(S) 199">
                <a:extLst>
                  <a:ext uri="{FF2B5EF4-FFF2-40B4-BE49-F238E27FC236}">
                    <a16:creationId xmlns:a16="http://schemas.microsoft.com/office/drawing/2014/main" id="{BF6DBD12-21A0-4F07-953F-D3B3486C15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​​(S) 200">
                <a:extLst>
                  <a:ext uri="{FF2B5EF4-FFF2-40B4-BE49-F238E27FC236}">
                    <a16:creationId xmlns:a16="http://schemas.microsoft.com/office/drawing/2014/main" id="{554F4E42-5B16-41F4-8FF4-2EB134C1FE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直接连接符​​(S) 201">
                <a:extLst>
                  <a:ext uri="{FF2B5EF4-FFF2-40B4-BE49-F238E27FC236}">
                    <a16:creationId xmlns:a16="http://schemas.microsoft.com/office/drawing/2014/main" id="{6F4CC20F-EBF6-4AFE-9A4F-68ACC7513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直接连接符​​(S) 202">
                <a:extLst>
                  <a:ext uri="{FF2B5EF4-FFF2-40B4-BE49-F238E27FC236}">
                    <a16:creationId xmlns:a16="http://schemas.microsoft.com/office/drawing/2014/main" id="{FA745DE2-9816-4D5B-BB41-BE1874612F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​​(S) 203">
                <a:extLst>
                  <a:ext uri="{FF2B5EF4-FFF2-40B4-BE49-F238E27FC236}">
                    <a16:creationId xmlns:a16="http://schemas.microsoft.com/office/drawing/2014/main" id="{D5B5D721-5554-457C-BE2F-BCA2505CAD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直接连接符​​(S) 204">
                <a:extLst>
                  <a:ext uri="{FF2B5EF4-FFF2-40B4-BE49-F238E27FC236}">
                    <a16:creationId xmlns:a16="http://schemas.microsoft.com/office/drawing/2014/main" id="{BAFF390C-48FB-4FA5-998E-6DDDF9D2B4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连接符​​(S) 205">
                <a:extLst>
                  <a:ext uri="{FF2B5EF4-FFF2-40B4-BE49-F238E27FC236}">
                    <a16:creationId xmlns:a16="http://schemas.microsoft.com/office/drawing/2014/main" id="{F4B2E647-1CF4-4AF8-9AF5-8EAB6D6E88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直接连接符​​(S) 206">
                <a:extLst>
                  <a:ext uri="{FF2B5EF4-FFF2-40B4-BE49-F238E27FC236}">
                    <a16:creationId xmlns:a16="http://schemas.microsoft.com/office/drawing/2014/main" id="{46DA8C50-AA32-47D8-8DCB-DE9624E60E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​​(S) 207">
                <a:extLst>
                  <a:ext uri="{FF2B5EF4-FFF2-40B4-BE49-F238E27FC236}">
                    <a16:creationId xmlns:a16="http://schemas.microsoft.com/office/drawing/2014/main" id="{51ED6412-8EBC-4680-B7D2-65A4F73BB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直接连接符​​(S) 208">
                <a:extLst>
                  <a:ext uri="{FF2B5EF4-FFF2-40B4-BE49-F238E27FC236}">
                    <a16:creationId xmlns:a16="http://schemas.microsoft.com/office/drawing/2014/main" id="{2983F033-A214-4959-956E-4B50B7AC66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​​(S) 209">
                <a:extLst>
                  <a:ext uri="{FF2B5EF4-FFF2-40B4-BE49-F238E27FC236}">
                    <a16:creationId xmlns:a16="http://schemas.microsoft.com/office/drawing/2014/main" id="{A77F30C3-5A8C-4BEB-95C1-A7B9C0961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​​(S) 210">
                <a:extLst>
                  <a:ext uri="{FF2B5EF4-FFF2-40B4-BE49-F238E27FC236}">
                    <a16:creationId xmlns:a16="http://schemas.microsoft.com/office/drawing/2014/main" id="{99A432F5-9A86-437C-8108-7945FA72E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直接连接符​​(S) 211">
                <a:extLst>
                  <a:ext uri="{FF2B5EF4-FFF2-40B4-BE49-F238E27FC236}">
                    <a16:creationId xmlns:a16="http://schemas.microsoft.com/office/drawing/2014/main" id="{4F8B1465-BA18-4D1C-ADED-D4BAA7638A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直接连接符​​(S) 212">
                <a:extLst>
                  <a:ext uri="{FF2B5EF4-FFF2-40B4-BE49-F238E27FC236}">
                    <a16:creationId xmlns:a16="http://schemas.microsoft.com/office/drawing/2014/main" id="{45DD7842-E27E-4461-B9C8-63AD2F0C44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直接连接符​​(S) 213">
                <a:extLst>
                  <a:ext uri="{FF2B5EF4-FFF2-40B4-BE49-F238E27FC236}">
                    <a16:creationId xmlns:a16="http://schemas.microsoft.com/office/drawing/2014/main" id="{3C45934F-49A5-4EDB-A9A3-5540D74AB1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直接连接符​​(S) 214">
                <a:extLst>
                  <a:ext uri="{FF2B5EF4-FFF2-40B4-BE49-F238E27FC236}">
                    <a16:creationId xmlns:a16="http://schemas.microsoft.com/office/drawing/2014/main" id="{EEF9B0E3-0DC0-4D03-A02B-8F62D905F4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直接连接符​​(S) 215">
                <a:extLst>
                  <a:ext uri="{FF2B5EF4-FFF2-40B4-BE49-F238E27FC236}">
                    <a16:creationId xmlns:a16="http://schemas.microsoft.com/office/drawing/2014/main" id="{2B1998C4-BF81-4332-A399-AD43467F67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直接连接符​​(S) 216">
                <a:extLst>
                  <a:ext uri="{FF2B5EF4-FFF2-40B4-BE49-F238E27FC236}">
                    <a16:creationId xmlns:a16="http://schemas.microsoft.com/office/drawing/2014/main" id="{44CFAF52-7684-46F2-8DFD-70A7F36DB0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连接符​​(S) 217">
                <a:extLst>
                  <a:ext uri="{FF2B5EF4-FFF2-40B4-BE49-F238E27FC236}">
                    <a16:creationId xmlns:a16="http://schemas.microsoft.com/office/drawing/2014/main" id="{93EFB5D1-BDF7-40B6-BBEA-D489CE79F1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连接符​​(S) 218">
                <a:extLst>
                  <a:ext uri="{FF2B5EF4-FFF2-40B4-BE49-F238E27FC236}">
                    <a16:creationId xmlns:a16="http://schemas.microsoft.com/office/drawing/2014/main" id="{B5A98777-A259-461F-A9B2-21DFC45C17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连接符​​(S) 219">
                <a:extLst>
                  <a:ext uri="{FF2B5EF4-FFF2-40B4-BE49-F238E27FC236}">
                    <a16:creationId xmlns:a16="http://schemas.microsoft.com/office/drawing/2014/main" id="{0F795195-D966-482A-8D47-6265C00F6D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连接符​​(S) 220">
                <a:extLst>
                  <a:ext uri="{FF2B5EF4-FFF2-40B4-BE49-F238E27FC236}">
                    <a16:creationId xmlns:a16="http://schemas.microsoft.com/office/drawing/2014/main" id="{6E881E12-FFE1-441E-B36B-804289472B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连接符​​(S) 221">
                <a:extLst>
                  <a:ext uri="{FF2B5EF4-FFF2-40B4-BE49-F238E27FC236}">
                    <a16:creationId xmlns:a16="http://schemas.microsoft.com/office/drawing/2014/main" id="{61DBEB97-C3B3-4646-9760-227E20B155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直接连接符​​(S) 222">
                <a:extLst>
                  <a:ext uri="{FF2B5EF4-FFF2-40B4-BE49-F238E27FC236}">
                    <a16:creationId xmlns:a16="http://schemas.microsoft.com/office/drawing/2014/main" id="{0BA17FBA-A611-4CA2-9CDC-E073B889C4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连接符​​(S) 223">
                <a:extLst>
                  <a:ext uri="{FF2B5EF4-FFF2-40B4-BE49-F238E27FC236}">
                    <a16:creationId xmlns:a16="http://schemas.microsoft.com/office/drawing/2014/main" id="{1B66F6D2-50DA-4E7A-8583-E9159CD962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直接连接符​​(S) 224">
                <a:extLst>
                  <a:ext uri="{FF2B5EF4-FFF2-40B4-BE49-F238E27FC236}">
                    <a16:creationId xmlns:a16="http://schemas.microsoft.com/office/drawing/2014/main" id="{DD181CC7-8652-404A-B5C7-58004FD15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直接连接符​​(S) 225">
                <a:extLst>
                  <a:ext uri="{FF2B5EF4-FFF2-40B4-BE49-F238E27FC236}">
                    <a16:creationId xmlns:a16="http://schemas.microsoft.com/office/drawing/2014/main" id="{75706D69-47CD-47E3-83C9-EDB4EAF58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连接符​​(S) 226">
                <a:extLst>
                  <a:ext uri="{FF2B5EF4-FFF2-40B4-BE49-F238E27FC236}">
                    <a16:creationId xmlns:a16="http://schemas.microsoft.com/office/drawing/2014/main" id="{2ADC21AA-CD21-436C-A9D7-DC4167E50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​​(S) 227">
                <a:extLst>
                  <a:ext uri="{FF2B5EF4-FFF2-40B4-BE49-F238E27FC236}">
                    <a16:creationId xmlns:a16="http://schemas.microsoft.com/office/drawing/2014/main" id="{4702CCCC-772F-4AF1-8201-73C2537110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直接连接符​​(S) 228">
                <a:extLst>
                  <a:ext uri="{FF2B5EF4-FFF2-40B4-BE49-F238E27FC236}">
                    <a16:creationId xmlns:a16="http://schemas.microsoft.com/office/drawing/2014/main" id="{62AAD2B7-288B-42CF-804B-E33B84D747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直接连接符​​(S) 229">
                <a:extLst>
                  <a:ext uri="{FF2B5EF4-FFF2-40B4-BE49-F238E27FC236}">
                    <a16:creationId xmlns:a16="http://schemas.microsoft.com/office/drawing/2014/main" id="{D51CCD7B-95EB-4EE4-BAED-4308C80BF3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直接连接符​​(S) 230">
                <a:extLst>
                  <a:ext uri="{FF2B5EF4-FFF2-40B4-BE49-F238E27FC236}">
                    <a16:creationId xmlns:a16="http://schemas.microsoft.com/office/drawing/2014/main" id="{F92C4B5C-D0FB-4C0A-B5FA-2C7DDF7625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直接连接符​​(S) 231">
                <a:extLst>
                  <a:ext uri="{FF2B5EF4-FFF2-40B4-BE49-F238E27FC236}">
                    <a16:creationId xmlns:a16="http://schemas.microsoft.com/office/drawing/2014/main" id="{64D2931E-A280-496D-99C1-5C2A820CB4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​​(S) 232">
                <a:extLst>
                  <a:ext uri="{FF2B5EF4-FFF2-40B4-BE49-F238E27FC236}">
                    <a16:creationId xmlns:a16="http://schemas.microsoft.com/office/drawing/2014/main" id="{ED33CBE3-55B1-43CF-96B9-2E994EBCEA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​​(S) 233">
                <a:extLst>
                  <a:ext uri="{FF2B5EF4-FFF2-40B4-BE49-F238E27FC236}">
                    <a16:creationId xmlns:a16="http://schemas.microsoft.com/office/drawing/2014/main" id="{16C6D563-A48C-4E6B-AE46-2CCE38A660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​​(S) 234">
                <a:extLst>
                  <a:ext uri="{FF2B5EF4-FFF2-40B4-BE49-F238E27FC236}">
                    <a16:creationId xmlns:a16="http://schemas.microsoft.com/office/drawing/2014/main" id="{AD0ABECB-C92E-4F76-89A6-1334939CDF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直接连接符​​(S) 235">
                <a:extLst>
                  <a:ext uri="{FF2B5EF4-FFF2-40B4-BE49-F238E27FC236}">
                    <a16:creationId xmlns:a16="http://schemas.microsoft.com/office/drawing/2014/main" id="{8C258514-FFA8-4DE3-9B25-D55705AC3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直接连接符​​(S) 236">
                <a:extLst>
                  <a:ext uri="{FF2B5EF4-FFF2-40B4-BE49-F238E27FC236}">
                    <a16:creationId xmlns:a16="http://schemas.microsoft.com/office/drawing/2014/main" id="{C2B9E312-EEBF-4783-B25E-D7DD0D6E7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直接连接符​​(S) 237">
                <a:extLst>
                  <a:ext uri="{FF2B5EF4-FFF2-40B4-BE49-F238E27FC236}">
                    <a16:creationId xmlns:a16="http://schemas.microsoft.com/office/drawing/2014/main" id="{7CB21139-A4D5-4D0F-9AD0-868FFC4240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直接连接符​​(S) 238">
                <a:extLst>
                  <a:ext uri="{FF2B5EF4-FFF2-40B4-BE49-F238E27FC236}">
                    <a16:creationId xmlns:a16="http://schemas.microsoft.com/office/drawing/2014/main" id="{E72FF9AC-BC86-42FD-8DF7-72429C958C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直接连接符​​(S) 239">
                <a:extLst>
                  <a:ext uri="{FF2B5EF4-FFF2-40B4-BE49-F238E27FC236}">
                    <a16:creationId xmlns:a16="http://schemas.microsoft.com/office/drawing/2014/main" id="{23D09EAB-27F8-4FAC-91C2-4942ABA740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直接连接符​​(S) 240">
                <a:extLst>
                  <a:ext uri="{FF2B5EF4-FFF2-40B4-BE49-F238E27FC236}">
                    <a16:creationId xmlns:a16="http://schemas.microsoft.com/office/drawing/2014/main" id="{10D82CB2-C309-4CCD-9FB1-EF8F4407EC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直接连接符​​(S) 241">
                <a:extLst>
                  <a:ext uri="{FF2B5EF4-FFF2-40B4-BE49-F238E27FC236}">
                    <a16:creationId xmlns:a16="http://schemas.microsoft.com/office/drawing/2014/main" id="{3625D6FE-BC58-4E33-B4E9-282D5CB75E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直接连接符​​(S) 242">
                <a:extLst>
                  <a:ext uri="{FF2B5EF4-FFF2-40B4-BE49-F238E27FC236}">
                    <a16:creationId xmlns:a16="http://schemas.microsoft.com/office/drawing/2014/main" id="{2158CF66-DCD3-4627-9675-61B42A3037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直接连接符​​(S) 243">
                <a:extLst>
                  <a:ext uri="{FF2B5EF4-FFF2-40B4-BE49-F238E27FC236}">
                    <a16:creationId xmlns:a16="http://schemas.microsoft.com/office/drawing/2014/main" id="{44ED85B9-D0C1-4222-B4BC-E81876EC38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直接连接符​​(S) 244">
                <a:extLst>
                  <a:ext uri="{FF2B5EF4-FFF2-40B4-BE49-F238E27FC236}">
                    <a16:creationId xmlns:a16="http://schemas.microsoft.com/office/drawing/2014/main" id="{1299F075-06C0-46B8-A3F7-1D7E8D6001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​​(S) 245">
                <a:extLst>
                  <a:ext uri="{FF2B5EF4-FFF2-40B4-BE49-F238E27FC236}">
                    <a16:creationId xmlns:a16="http://schemas.microsoft.com/office/drawing/2014/main" id="{AEA87578-2C04-4651-A5BF-81D06050C9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直接连接符​​(S) 246">
                <a:extLst>
                  <a:ext uri="{FF2B5EF4-FFF2-40B4-BE49-F238E27FC236}">
                    <a16:creationId xmlns:a16="http://schemas.microsoft.com/office/drawing/2014/main" id="{12A8551E-D8EB-40F2-AD25-87484A17D2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直接连接符​​(S) 247">
                <a:extLst>
                  <a:ext uri="{FF2B5EF4-FFF2-40B4-BE49-F238E27FC236}">
                    <a16:creationId xmlns:a16="http://schemas.microsoft.com/office/drawing/2014/main" id="{AC1E0E32-3B75-404A-9165-5733782508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​​(S) 248">
                <a:extLst>
                  <a:ext uri="{FF2B5EF4-FFF2-40B4-BE49-F238E27FC236}">
                    <a16:creationId xmlns:a16="http://schemas.microsoft.com/office/drawing/2014/main" id="{4A410333-16BA-443A-B24F-418ED7753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​​(S) 249">
                <a:extLst>
                  <a:ext uri="{FF2B5EF4-FFF2-40B4-BE49-F238E27FC236}">
                    <a16:creationId xmlns:a16="http://schemas.microsoft.com/office/drawing/2014/main" id="{271589D1-7914-4EA7-B6B4-C1E7EA5FE6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直接连接符​​(S) 250">
                <a:extLst>
                  <a:ext uri="{FF2B5EF4-FFF2-40B4-BE49-F238E27FC236}">
                    <a16:creationId xmlns:a16="http://schemas.microsoft.com/office/drawing/2014/main" id="{E62A5ACA-F5D5-41F3-9549-06DB799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直接连接符​​(S) 251">
                <a:extLst>
                  <a:ext uri="{FF2B5EF4-FFF2-40B4-BE49-F238E27FC236}">
                    <a16:creationId xmlns:a16="http://schemas.microsoft.com/office/drawing/2014/main" id="{EA254CA6-3565-4CD0-8BEB-C94A533C01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​​(S) 252">
                <a:extLst>
                  <a:ext uri="{FF2B5EF4-FFF2-40B4-BE49-F238E27FC236}">
                    <a16:creationId xmlns:a16="http://schemas.microsoft.com/office/drawing/2014/main" id="{E62203F9-E5BE-44F8-8D43-31EEF85E92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​​(S) 253">
                <a:extLst>
                  <a:ext uri="{FF2B5EF4-FFF2-40B4-BE49-F238E27FC236}">
                    <a16:creationId xmlns:a16="http://schemas.microsoft.com/office/drawing/2014/main" id="{FC43FC58-4722-4D22-88C1-652EB16585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​​(S) 254">
                <a:extLst>
                  <a:ext uri="{FF2B5EF4-FFF2-40B4-BE49-F238E27FC236}">
                    <a16:creationId xmlns:a16="http://schemas.microsoft.com/office/drawing/2014/main" id="{D4C87F1C-06F8-43CD-8920-F525A5504B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​​(S) 255">
                <a:extLst>
                  <a:ext uri="{FF2B5EF4-FFF2-40B4-BE49-F238E27FC236}">
                    <a16:creationId xmlns:a16="http://schemas.microsoft.com/office/drawing/2014/main" id="{F75BF2BA-0DFF-4812-986E-9F2286A9F4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​​(S) 256">
                <a:extLst>
                  <a:ext uri="{FF2B5EF4-FFF2-40B4-BE49-F238E27FC236}">
                    <a16:creationId xmlns:a16="http://schemas.microsoft.com/office/drawing/2014/main" id="{7B79CBCB-DE00-4F16-A2FC-E54EF816B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​​(S) 257">
                <a:extLst>
                  <a:ext uri="{FF2B5EF4-FFF2-40B4-BE49-F238E27FC236}">
                    <a16:creationId xmlns:a16="http://schemas.microsoft.com/office/drawing/2014/main" id="{DEA1374B-AC49-4266-965E-1F9CD9E53B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直接连接符​​(S) 258">
                <a:extLst>
                  <a:ext uri="{FF2B5EF4-FFF2-40B4-BE49-F238E27FC236}">
                    <a16:creationId xmlns:a16="http://schemas.microsoft.com/office/drawing/2014/main" id="{325DE178-9F40-48D5-B0A9-4B03247422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61" name="组 260">
            <a:extLst>
              <a:ext uri="{FF2B5EF4-FFF2-40B4-BE49-F238E27FC236}">
                <a16:creationId xmlns:a16="http://schemas.microsoft.com/office/drawing/2014/main" id="{29858C9E-401F-4216-8087-A25D1B588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2" name="任意多边形(F) 17">
              <a:extLst>
                <a:ext uri="{FF2B5EF4-FFF2-40B4-BE49-F238E27FC236}">
                  <a16:creationId xmlns:a16="http://schemas.microsoft.com/office/drawing/2014/main" id="{D963FBC5-E6AD-44F8-AF49-6F5B5BF9D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grpSp>
          <p:nvGrpSpPr>
            <p:cNvPr id="263" name="组 262">
              <a:extLst>
                <a:ext uri="{FF2B5EF4-FFF2-40B4-BE49-F238E27FC236}">
                  <a16:creationId xmlns:a16="http://schemas.microsoft.com/office/drawing/2014/main" id="{EF1F68DE-2C0A-4FBF-8033-8DFBB75AE2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4" name="直接连接符​​(S) 263">
                <a:extLst>
                  <a:ext uri="{FF2B5EF4-FFF2-40B4-BE49-F238E27FC236}">
                    <a16:creationId xmlns:a16="http://schemas.microsoft.com/office/drawing/2014/main" id="{1C147FEA-3E5D-4830-B91C-78418FE209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​​(S) 264">
                <a:extLst>
                  <a:ext uri="{FF2B5EF4-FFF2-40B4-BE49-F238E27FC236}">
                    <a16:creationId xmlns:a16="http://schemas.microsoft.com/office/drawing/2014/main" id="{C91F075D-8726-4FD6-BE73-EDCD760730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​​(S) 265">
                <a:extLst>
                  <a:ext uri="{FF2B5EF4-FFF2-40B4-BE49-F238E27FC236}">
                    <a16:creationId xmlns:a16="http://schemas.microsoft.com/office/drawing/2014/main" id="{0BDE3685-352D-4E32-9662-2C6C92E20F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​​(S) 266">
                <a:extLst>
                  <a:ext uri="{FF2B5EF4-FFF2-40B4-BE49-F238E27FC236}">
                    <a16:creationId xmlns:a16="http://schemas.microsoft.com/office/drawing/2014/main" id="{10A2922F-AA86-4B02-80C4-409D71A0A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​​(S) 267">
                <a:extLst>
                  <a:ext uri="{FF2B5EF4-FFF2-40B4-BE49-F238E27FC236}">
                    <a16:creationId xmlns:a16="http://schemas.microsoft.com/office/drawing/2014/main" id="{A23C72B0-E133-40CF-A094-E239AD994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直接连接符​​(S) 268">
                <a:extLst>
                  <a:ext uri="{FF2B5EF4-FFF2-40B4-BE49-F238E27FC236}">
                    <a16:creationId xmlns:a16="http://schemas.microsoft.com/office/drawing/2014/main" id="{63F2DFC9-23E2-4429-911D-AA55B03405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连接符​​(S) 269">
                <a:extLst>
                  <a:ext uri="{FF2B5EF4-FFF2-40B4-BE49-F238E27FC236}">
                    <a16:creationId xmlns:a16="http://schemas.microsoft.com/office/drawing/2014/main" id="{E71590EC-7AA6-47B3-AFF5-6E9A1B8B1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直接连接符​​(S) 270">
                <a:extLst>
                  <a:ext uri="{FF2B5EF4-FFF2-40B4-BE49-F238E27FC236}">
                    <a16:creationId xmlns:a16="http://schemas.microsoft.com/office/drawing/2014/main" id="{23C6AC81-5D5E-4224-B222-B731E90F1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直接连接符​​(S) 271">
                <a:extLst>
                  <a:ext uri="{FF2B5EF4-FFF2-40B4-BE49-F238E27FC236}">
                    <a16:creationId xmlns:a16="http://schemas.microsoft.com/office/drawing/2014/main" id="{164FB43F-3082-49BF-A7C5-72A42773D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直接连接符​​(S) 272">
                <a:extLst>
                  <a:ext uri="{FF2B5EF4-FFF2-40B4-BE49-F238E27FC236}">
                    <a16:creationId xmlns:a16="http://schemas.microsoft.com/office/drawing/2014/main" id="{C9F3EE03-5655-4428-86AC-F579E8F33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直接连接符​​(S) 273">
                <a:extLst>
                  <a:ext uri="{FF2B5EF4-FFF2-40B4-BE49-F238E27FC236}">
                    <a16:creationId xmlns:a16="http://schemas.microsoft.com/office/drawing/2014/main" id="{EF7335E6-5FFD-4206-9AF0-1791A88C9A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直接连接符​​(S) 274">
                <a:extLst>
                  <a:ext uri="{FF2B5EF4-FFF2-40B4-BE49-F238E27FC236}">
                    <a16:creationId xmlns:a16="http://schemas.microsoft.com/office/drawing/2014/main" id="{CE837EB7-EE63-4B6B-9334-1B8055AD9F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直接连接符​​(S) 275">
                <a:extLst>
                  <a:ext uri="{FF2B5EF4-FFF2-40B4-BE49-F238E27FC236}">
                    <a16:creationId xmlns:a16="http://schemas.microsoft.com/office/drawing/2014/main" id="{4EE8D5FB-B44C-43C8-A4F4-D786090733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直接连接符​​(S) 276">
                <a:extLst>
                  <a:ext uri="{FF2B5EF4-FFF2-40B4-BE49-F238E27FC236}">
                    <a16:creationId xmlns:a16="http://schemas.microsoft.com/office/drawing/2014/main" id="{8847AA0E-6A2D-41F5-A9B5-3A2F3B8752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直接连接符​​(S) 277">
                <a:extLst>
                  <a:ext uri="{FF2B5EF4-FFF2-40B4-BE49-F238E27FC236}">
                    <a16:creationId xmlns:a16="http://schemas.microsoft.com/office/drawing/2014/main" id="{9E4D651B-C768-4CBE-B971-A3CA38D803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直接连接符​​(S) 278">
                <a:extLst>
                  <a:ext uri="{FF2B5EF4-FFF2-40B4-BE49-F238E27FC236}">
                    <a16:creationId xmlns:a16="http://schemas.microsoft.com/office/drawing/2014/main" id="{913496D3-4182-4D80-9A16-89DBB7408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直接连接符​​(S) 279">
                <a:extLst>
                  <a:ext uri="{FF2B5EF4-FFF2-40B4-BE49-F238E27FC236}">
                    <a16:creationId xmlns:a16="http://schemas.microsoft.com/office/drawing/2014/main" id="{088D4C91-F0F7-4549-B54A-CC855FD3A7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直接连接符​​(S) 280">
                <a:extLst>
                  <a:ext uri="{FF2B5EF4-FFF2-40B4-BE49-F238E27FC236}">
                    <a16:creationId xmlns:a16="http://schemas.microsoft.com/office/drawing/2014/main" id="{84885948-783E-4197-B942-2DDCD542E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直接连接符​​(S) 281">
                <a:extLst>
                  <a:ext uri="{FF2B5EF4-FFF2-40B4-BE49-F238E27FC236}">
                    <a16:creationId xmlns:a16="http://schemas.microsoft.com/office/drawing/2014/main" id="{2837E330-008B-45A6-98A5-CE7D6FBBE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直接连接符​​(S) 282">
                <a:extLst>
                  <a:ext uri="{FF2B5EF4-FFF2-40B4-BE49-F238E27FC236}">
                    <a16:creationId xmlns:a16="http://schemas.microsoft.com/office/drawing/2014/main" id="{DD807602-B947-4984-8017-D89F3B0ADB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直接连接符​​(S) 283">
                <a:extLst>
                  <a:ext uri="{FF2B5EF4-FFF2-40B4-BE49-F238E27FC236}">
                    <a16:creationId xmlns:a16="http://schemas.microsoft.com/office/drawing/2014/main" id="{57AA37C4-9C24-41F1-98CA-BBD9BE1595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直接连接符​​(S) 284">
                <a:extLst>
                  <a:ext uri="{FF2B5EF4-FFF2-40B4-BE49-F238E27FC236}">
                    <a16:creationId xmlns:a16="http://schemas.microsoft.com/office/drawing/2014/main" id="{692CF8CD-056F-4556-939F-1EFF0FECE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直接连接符​​(S) 285">
                <a:extLst>
                  <a:ext uri="{FF2B5EF4-FFF2-40B4-BE49-F238E27FC236}">
                    <a16:creationId xmlns:a16="http://schemas.microsoft.com/office/drawing/2014/main" id="{A29F3FAC-18B2-4886-9A93-44B7AD01D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直接连接符​​(S) 286">
                <a:extLst>
                  <a:ext uri="{FF2B5EF4-FFF2-40B4-BE49-F238E27FC236}">
                    <a16:creationId xmlns:a16="http://schemas.microsoft.com/office/drawing/2014/main" id="{35B536E5-4149-49B5-8119-04FF4A5ACF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直接连接符​​(S) 287">
                <a:extLst>
                  <a:ext uri="{FF2B5EF4-FFF2-40B4-BE49-F238E27FC236}">
                    <a16:creationId xmlns:a16="http://schemas.microsoft.com/office/drawing/2014/main" id="{4A2B8B6A-D5D3-4DAA-AB4B-A1C1086B40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直接连接符​​(S) 288">
                <a:extLst>
                  <a:ext uri="{FF2B5EF4-FFF2-40B4-BE49-F238E27FC236}">
                    <a16:creationId xmlns:a16="http://schemas.microsoft.com/office/drawing/2014/main" id="{F8E4C672-BE9E-4026-992B-B2FE6C1361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直接连接符​​(S) 289">
                <a:extLst>
                  <a:ext uri="{FF2B5EF4-FFF2-40B4-BE49-F238E27FC236}">
                    <a16:creationId xmlns:a16="http://schemas.microsoft.com/office/drawing/2014/main" id="{AC36DA4E-F1E7-4B68-ADA1-4F132BDCF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直接连接符​​(S) 290">
                <a:extLst>
                  <a:ext uri="{FF2B5EF4-FFF2-40B4-BE49-F238E27FC236}">
                    <a16:creationId xmlns:a16="http://schemas.microsoft.com/office/drawing/2014/main" id="{EB5D2532-6A77-4DE1-8BB0-37AA33FD9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​​(S) 291">
                <a:extLst>
                  <a:ext uri="{FF2B5EF4-FFF2-40B4-BE49-F238E27FC236}">
                    <a16:creationId xmlns:a16="http://schemas.microsoft.com/office/drawing/2014/main" id="{BF234A36-BE57-450D-BDA2-AD70152CF5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​​(S) 292">
                <a:extLst>
                  <a:ext uri="{FF2B5EF4-FFF2-40B4-BE49-F238E27FC236}">
                    <a16:creationId xmlns:a16="http://schemas.microsoft.com/office/drawing/2014/main" id="{D461473E-1290-4BD0-B4DF-3C95DCE0F6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​​(S) 293">
                <a:extLst>
                  <a:ext uri="{FF2B5EF4-FFF2-40B4-BE49-F238E27FC236}">
                    <a16:creationId xmlns:a16="http://schemas.microsoft.com/office/drawing/2014/main" id="{50325318-A62D-4427-B613-AF5E076E3D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​​(S) 294">
                <a:extLst>
                  <a:ext uri="{FF2B5EF4-FFF2-40B4-BE49-F238E27FC236}">
                    <a16:creationId xmlns:a16="http://schemas.microsoft.com/office/drawing/2014/main" id="{3F928DB9-6B46-43EF-A7CF-C4B9830CA5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​​(S) 295">
                <a:extLst>
                  <a:ext uri="{FF2B5EF4-FFF2-40B4-BE49-F238E27FC236}">
                    <a16:creationId xmlns:a16="http://schemas.microsoft.com/office/drawing/2014/main" id="{BA011901-65F6-4D44-BD40-744878B6B2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​​(S) 296">
                <a:extLst>
                  <a:ext uri="{FF2B5EF4-FFF2-40B4-BE49-F238E27FC236}">
                    <a16:creationId xmlns:a16="http://schemas.microsoft.com/office/drawing/2014/main" id="{E838496B-B788-4873-9E1C-9B4442984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直接连接符​​(S) 297">
                <a:extLst>
                  <a:ext uri="{FF2B5EF4-FFF2-40B4-BE49-F238E27FC236}">
                    <a16:creationId xmlns:a16="http://schemas.microsoft.com/office/drawing/2014/main" id="{A15262F7-23A5-4A6B-BD2C-44CF82ECD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直接连接符​​(S) 298">
                <a:extLst>
                  <a:ext uri="{FF2B5EF4-FFF2-40B4-BE49-F238E27FC236}">
                    <a16:creationId xmlns:a16="http://schemas.microsoft.com/office/drawing/2014/main" id="{B5857A42-75EB-4FF2-AF41-2D612A687D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直接连接符​​(S) 299">
                <a:extLst>
                  <a:ext uri="{FF2B5EF4-FFF2-40B4-BE49-F238E27FC236}">
                    <a16:creationId xmlns:a16="http://schemas.microsoft.com/office/drawing/2014/main" id="{3FC449E1-9573-406B-A201-3E897E668A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直接连接符​​(S) 300">
                <a:extLst>
                  <a:ext uri="{FF2B5EF4-FFF2-40B4-BE49-F238E27FC236}">
                    <a16:creationId xmlns:a16="http://schemas.microsoft.com/office/drawing/2014/main" id="{71001847-954F-46EC-97E7-E38732517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直接连接符​​(S) 301">
                <a:extLst>
                  <a:ext uri="{FF2B5EF4-FFF2-40B4-BE49-F238E27FC236}">
                    <a16:creationId xmlns:a16="http://schemas.microsoft.com/office/drawing/2014/main" id="{F3B040FD-D427-4F90-8CFC-D429522487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直接连接符​​(S) 302">
                <a:extLst>
                  <a:ext uri="{FF2B5EF4-FFF2-40B4-BE49-F238E27FC236}">
                    <a16:creationId xmlns:a16="http://schemas.microsoft.com/office/drawing/2014/main" id="{975C627A-78ED-4D2B-9F9E-26BE2C0A75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直接连接符​​(S) 303">
                <a:extLst>
                  <a:ext uri="{FF2B5EF4-FFF2-40B4-BE49-F238E27FC236}">
                    <a16:creationId xmlns:a16="http://schemas.microsoft.com/office/drawing/2014/main" id="{2523831A-B9F1-40EF-B113-873BEFA660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​​(S) 304">
                <a:extLst>
                  <a:ext uri="{FF2B5EF4-FFF2-40B4-BE49-F238E27FC236}">
                    <a16:creationId xmlns:a16="http://schemas.microsoft.com/office/drawing/2014/main" id="{07483313-610C-403C-811D-EE70A78046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直接连接符​​(S) 305">
                <a:extLst>
                  <a:ext uri="{FF2B5EF4-FFF2-40B4-BE49-F238E27FC236}">
                    <a16:creationId xmlns:a16="http://schemas.microsoft.com/office/drawing/2014/main" id="{E1CE5A29-BB15-441C-B3CD-3D3EE2163D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直接连接符​​(S) 306">
                <a:extLst>
                  <a:ext uri="{FF2B5EF4-FFF2-40B4-BE49-F238E27FC236}">
                    <a16:creationId xmlns:a16="http://schemas.microsoft.com/office/drawing/2014/main" id="{E476D005-3155-4DEF-88DE-068B497DED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直接连接符​​(S) 307">
                <a:extLst>
                  <a:ext uri="{FF2B5EF4-FFF2-40B4-BE49-F238E27FC236}">
                    <a16:creationId xmlns:a16="http://schemas.microsoft.com/office/drawing/2014/main" id="{2628975E-6165-407B-8A45-7F23746BC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直接连接符​​(S) 308">
                <a:extLst>
                  <a:ext uri="{FF2B5EF4-FFF2-40B4-BE49-F238E27FC236}">
                    <a16:creationId xmlns:a16="http://schemas.microsoft.com/office/drawing/2014/main" id="{6A69F000-3171-47D5-8EFE-4F201716C0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直接连接符​​(S) 309">
                <a:extLst>
                  <a:ext uri="{FF2B5EF4-FFF2-40B4-BE49-F238E27FC236}">
                    <a16:creationId xmlns:a16="http://schemas.microsoft.com/office/drawing/2014/main" id="{60092325-1C07-4FBC-9C9C-42244C9B9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直接连接符​​(S) 310">
                <a:extLst>
                  <a:ext uri="{FF2B5EF4-FFF2-40B4-BE49-F238E27FC236}">
                    <a16:creationId xmlns:a16="http://schemas.microsoft.com/office/drawing/2014/main" id="{2A33CB00-75FF-4DFF-9D6A-CEF5EA2E26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直接连接符​​(S) 311">
                <a:extLst>
                  <a:ext uri="{FF2B5EF4-FFF2-40B4-BE49-F238E27FC236}">
                    <a16:creationId xmlns:a16="http://schemas.microsoft.com/office/drawing/2014/main" id="{139B85FF-580E-435C-8523-23A0352695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直接连接符​​(S) 312">
                <a:extLst>
                  <a:ext uri="{FF2B5EF4-FFF2-40B4-BE49-F238E27FC236}">
                    <a16:creationId xmlns:a16="http://schemas.microsoft.com/office/drawing/2014/main" id="{C53E7419-AF0F-4B69-88BF-853EDC328C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直接连接符​​(S) 313">
                <a:extLst>
                  <a:ext uri="{FF2B5EF4-FFF2-40B4-BE49-F238E27FC236}">
                    <a16:creationId xmlns:a16="http://schemas.microsoft.com/office/drawing/2014/main" id="{052C8AEF-9C9D-4737-BA0F-DBB3BF0C04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直接连接符​​(S) 314">
                <a:extLst>
                  <a:ext uri="{FF2B5EF4-FFF2-40B4-BE49-F238E27FC236}">
                    <a16:creationId xmlns:a16="http://schemas.microsoft.com/office/drawing/2014/main" id="{6ADDDBC2-F0DB-4038-98D0-B38749D8C0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直接连接符​​(S) 315">
                <a:extLst>
                  <a:ext uri="{FF2B5EF4-FFF2-40B4-BE49-F238E27FC236}">
                    <a16:creationId xmlns:a16="http://schemas.microsoft.com/office/drawing/2014/main" id="{E5F14C72-98E5-4A6C-BA03-5E105AA4D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直接连接符​​(S) 316">
                <a:extLst>
                  <a:ext uri="{FF2B5EF4-FFF2-40B4-BE49-F238E27FC236}">
                    <a16:creationId xmlns:a16="http://schemas.microsoft.com/office/drawing/2014/main" id="{9ACEF013-464E-44D2-9B83-863E69077E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直接连接符​​(S) 317">
                <a:extLst>
                  <a:ext uri="{FF2B5EF4-FFF2-40B4-BE49-F238E27FC236}">
                    <a16:creationId xmlns:a16="http://schemas.microsoft.com/office/drawing/2014/main" id="{3141F09F-05CE-4CE9-9F5A-861FBC31A8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直接连接符​​(S) 318">
                <a:extLst>
                  <a:ext uri="{FF2B5EF4-FFF2-40B4-BE49-F238E27FC236}">
                    <a16:creationId xmlns:a16="http://schemas.microsoft.com/office/drawing/2014/main" id="{7ED70A3C-4B21-4941-9F11-00A51A748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直接连接符​​(S) 319">
                <a:extLst>
                  <a:ext uri="{FF2B5EF4-FFF2-40B4-BE49-F238E27FC236}">
                    <a16:creationId xmlns:a16="http://schemas.microsoft.com/office/drawing/2014/main" id="{11927814-33EF-4FBA-95F7-4138C1C7CE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直接连接符​​(S) 320">
                <a:extLst>
                  <a:ext uri="{FF2B5EF4-FFF2-40B4-BE49-F238E27FC236}">
                    <a16:creationId xmlns:a16="http://schemas.microsoft.com/office/drawing/2014/main" id="{F4D2B900-3BAC-4EE3-AB6E-9F3212F4DC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直接连接符​​(S) 321">
                <a:extLst>
                  <a:ext uri="{FF2B5EF4-FFF2-40B4-BE49-F238E27FC236}">
                    <a16:creationId xmlns:a16="http://schemas.microsoft.com/office/drawing/2014/main" id="{FB00017B-AD65-4759-8A6A-B03C70E07B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接连接符​​(S) 322">
                <a:extLst>
                  <a:ext uri="{FF2B5EF4-FFF2-40B4-BE49-F238E27FC236}">
                    <a16:creationId xmlns:a16="http://schemas.microsoft.com/office/drawing/2014/main" id="{22C4A8E2-640F-4D30-99EC-A2D2B0FD6E5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连接符​​(S) 323">
                <a:extLst>
                  <a:ext uri="{FF2B5EF4-FFF2-40B4-BE49-F238E27FC236}">
                    <a16:creationId xmlns:a16="http://schemas.microsoft.com/office/drawing/2014/main" id="{9492085E-DF05-4380-B8C2-93832478C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接连接符​​(S) 324">
                <a:extLst>
                  <a:ext uri="{FF2B5EF4-FFF2-40B4-BE49-F238E27FC236}">
                    <a16:creationId xmlns:a16="http://schemas.microsoft.com/office/drawing/2014/main" id="{49750F82-33DB-42EE-B31F-CC5DE7EBA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直接连接符​​(S) 325">
                <a:extLst>
                  <a:ext uri="{FF2B5EF4-FFF2-40B4-BE49-F238E27FC236}">
                    <a16:creationId xmlns:a16="http://schemas.microsoft.com/office/drawing/2014/main" id="{60B9848F-8B4C-4440-9BF6-98A4F3F72C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直接连接符​​(S) 326">
                <a:extLst>
                  <a:ext uri="{FF2B5EF4-FFF2-40B4-BE49-F238E27FC236}">
                    <a16:creationId xmlns:a16="http://schemas.microsoft.com/office/drawing/2014/main" id="{E7AA0900-78F5-4163-807F-3DEE6DCBB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直接连接符​​(S) 327">
                <a:extLst>
                  <a:ext uri="{FF2B5EF4-FFF2-40B4-BE49-F238E27FC236}">
                    <a16:creationId xmlns:a16="http://schemas.microsoft.com/office/drawing/2014/main" id="{0F627689-9632-474B-B3A8-EC1A82A36E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直接连接符​​(S) 328">
                <a:extLst>
                  <a:ext uri="{FF2B5EF4-FFF2-40B4-BE49-F238E27FC236}">
                    <a16:creationId xmlns:a16="http://schemas.microsoft.com/office/drawing/2014/main" id="{71C6CB03-F81D-48A2-BF05-98D4EF2CC2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直接连接符​​(S) 329">
                <a:extLst>
                  <a:ext uri="{FF2B5EF4-FFF2-40B4-BE49-F238E27FC236}">
                    <a16:creationId xmlns:a16="http://schemas.microsoft.com/office/drawing/2014/main" id="{12FB4D2F-4789-48A1-A4AA-F318ED2BA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直接连接符​​(S) 330">
                <a:extLst>
                  <a:ext uri="{FF2B5EF4-FFF2-40B4-BE49-F238E27FC236}">
                    <a16:creationId xmlns:a16="http://schemas.microsoft.com/office/drawing/2014/main" id="{64B8907A-2A80-490C-AACF-678CA6DE19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直接连接符​​(S) 331">
                <a:extLst>
                  <a:ext uri="{FF2B5EF4-FFF2-40B4-BE49-F238E27FC236}">
                    <a16:creationId xmlns:a16="http://schemas.microsoft.com/office/drawing/2014/main" id="{A175CCF3-4796-4C76-A92E-B495335FB4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直接连接符​​(S) 332">
                <a:extLst>
                  <a:ext uri="{FF2B5EF4-FFF2-40B4-BE49-F238E27FC236}">
                    <a16:creationId xmlns:a16="http://schemas.microsoft.com/office/drawing/2014/main" id="{8CFC6D15-64F3-449C-8C0B-3FCB2976D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直接连接符​​(S) 333">
                <a:extLst>
                  <a:ext uri="{FF2B5EF4-FFF2-40B4-BE49-F238E27FC236}">
                    <a16:creationId xmlns:a16="http://schemas.microsoft.com/office/drawing/2014/main" id="{008AA4A6-DD28-4235-AAE3-CC28DF8343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直接连接符​​(S) 334">
                <a:extLst>
                  <a:ext uri="{FF2B5EF4-FFF2-40B4-BE49-F238E27FC236}">
                    <a16:creationId xmlns:a16="http://schemas.microsoft.com/office/drawing/2014/main" id="{3D393E8B-AAB8-4606-A4FA-815EDABDD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直接连接符​​(S) 335">
                <a:extLst>
                  <a:ext uri="{FF2B5EF4-FFF2-40B4-BE49-F238E27FC236}">
                    <a16:creationId xmlns:a16="http://schemas.microsoft.com/office/drawing/2014/main" id="{8BA7B770-7EB6-4AC1-B028-9C45DEE440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直接连接符​​(S) 336">
                <a:extLst>
                  <a:ext uri="{FF2B5EF4-FFF2-40B4-BE49-F238E27FC236}">
                    <a16:creationId xmlns:a16="http://schemas.microsoft.com/office/drawing/2014/main" id="{D87B822C-3951-4E65-A45D-7160FAC3FD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​​(S) 337">
                <a:extLst>
                  <a:ext uri="{FF2B5EF4-FFF2-40B4-BE49-F238E27FC236}">
                    <a16:creationId xmlns:a16="http://schemas.microsoft.com/office/drawing/2014/main" id="{54B9CDF0-DC54-4868-B60A-6840FDE6A2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​​(S) 338">
                <a:extLst>
                  <a:ext uri="{FF2B5EF4-FFF2-40B4-BE49-F238E27FC236}">
                    <a16:creationId xmlns:a16="http://schemas.microsoft.com/office/drawing/2014/main" id="{3706BEC8-029B-4E0F-A55F-A552E1DE26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直接连接符​​(S) 339">
                <a:extLst>
                  <a:ext uri="{FF2B5EF4-FFF2-40B4-BE49-F238E27FC236}">
                    <a16:creationId xmlns:a16="http://schemas.microsoft.com/office/drawing/2014/main" id="{25EBA5EB-4807-4E96-BA08-B6B74AE040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接连接符​​(S) 340">
                <a:extLst>
                  <a:ext uri="{FF2B5EF4-FFF2-40B4-BE49-F238E27FC236}">
                    <a16:creationId xmlns:a16="http://schemas.microsoft.com/office/drawing/2014/main" id="{5548885E-CABE-42B5-B06A-1E6B9B1981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图片 6" descr="抽象光点图像">
            <a:extLst>
              <a:ext uri="{FF2B5EF4-FFF2-40B4-BE49-F238E27FC236}">
                <a16:creationId xmlns:a16="http://schemas.microsoft.com/office/drawing/2014/main" id="{FE6C54C5-D2F4-48F8-B65E-7506F07BCCF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268" r="4773" b="-1"/>
          <a:stretch/>
        </p:blipFill>
        <p:spPr>
          <a:xfrm>
            <a:off x="8055588" y="-3863"/>
            <a:ext cx="4132754" cy="3445946"/>
          </a:xfrm>
          <a:custGeom>
            <a:avLst/>
            <a:gdLst>
              <a:gd name="connsiteX0" fmla="*/ 303228 w 4638368"/>
              <a:gd name="connsiteY0" fmla="*/ 0 h 3867534"/>
              <a:gd name="connsiteX1" fmla="*/ 4638368 w 4638368"/>
              <a:gd name="connsiteY1" fmla="*/ 0 h 3867534"/>
              <a:gd name="connsiteX2" fmla="*/ 4638368 w 4638368"/>
              <a:gd name="connsiteY2" fmla="*/ 2952747 h 3867534"/>
              <a:gd name="connsiteX3" fmla="*/ 4585825 w 4638368"/>
              <a:gd name="connsiteY3" fmla="*/ 3013864 h 3867534"/>
              <a:gd name="connsiteX4" fmla="*/ 2641346 w 4638368"/>
              <a:gd name="connsiteY4" fmla="*/ 3867534 h 3867534"/>
              <a:gd name="connsiteX5" fmla="*/ 0 w 4638368"/>
              <a:gd name="connsiteY5" fmla="*/ 1226188 h 3867534"/>
              <a:gd name="connsiteX6" fmla="*/ 260466 w 4638368"/>
              <a:gd name="connsiteY6" fmla="*/ 81056 h 386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</p:spPr>
      </p:pic>
      <p:graphicFrame>
        <p:nvGraphicFramePr>
          <p:cNvPr id="5" name="内容占位符 4" descr="SmartArt 图形">
            <a:extLst>
              <a:ext uri="{FF2B5EF4-FFF2-40B4-BE49-F238E27FC236}">
                <a16:creationId xmlns:a16="http://schemas.microsoft.com/office/drawing/2014/main" id="{C983627E-F26C-354F-BF0A-ECCD7E968A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065821"/>
              </p:ext>
            </p:extLst>
          </p:nvPr>
        </p:nvGraphicFramePr>
        <p:xfrm>
          <a:off x="685801" y="2142067"/>
          <a:ext cx="6143423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913824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CBFFA320-60C9-6098-A506-847D97A59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CC57A781-4FA3-915C-5C57-F01F57F74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zh-CN" sz="9600" dirty="0"/>
              <a:t>    </a:t>
            </a:r>
            <a:r>
              <a:rPr lang="en-US" altLang="zh-CN" sz="9400" dirty="0"/>
              <a:t>One.</a:t>
            </a:r>
            <a:r>
              <a:rPr lang="zh-CN" altLang="en-US" sz="9400" dirty="0"/>
              <a:t>   概述</a:t>
            </a:r>
          </a:p>
        </p:txBody>
      </p:sp>
    </p:spTree>
    <p:extLst>
      <p:ext uri="{BB962C8B-B14F-4D97-AF65-F5344CB8AC3E}">
        <p14:creationId xmlns:p14="http://schemas.microsoft.com/office/powerpoint/2010/main" val="2295804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2C248-AF08-194B-9022-A9BF379E4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Office</a:t>
            </a:r>
            <a:r>
              <a:rPr lang="zh-CN" altLang="en-US" dirty="0"/>
              <a:t>具体是什么？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045145-C12D-DB26-F77A-8176C2182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Office </a:t>
            </a:r>
            <a:r>
              <a:rPr lang="zh-CN" alt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通常指 </a:t>
            </a:r>
            <a:r>
              <a:rPr lang="en-US" altLang="zh-CN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Microsoft Office</a:t>
            </a:r>
            <a:r>
              <a:rPr lang="zh-CN" alt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，是微软公司开发的一套</a:t>
            </a:r>
            <a:endParaRPr lang="en-US" altLang="zh-C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办公软件套装，也是全球使用最广泛的办公工具之一。它</a:t>
            </a:r>
            <a:endParaRPr lang="en-US" altLang="zh-C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的核心功能是满足个人和企业的日常办公、文档处理、数</a:t>
            </a:r>
            <a:endParaRPr lang="en-US" altLang="zh-C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据管理、演示制作等需求，随着版本更新，还新增了云协</a:t>
            </a:r>
            <a:endParaRPr lang="en-US" altLang="zh-CN" sz="2800" dirty="0">
              <a:solidFill>
                <a:schemeClr val="bg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28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作、在线编辑等功能。</a:t>
            </a:r>
          </a:p>
        </p:txBody>
      </p:sp>
    </p:spTree>
    <p:extLst>
      <p:ext uri="{BB962C8B-B14F-4D97-AF65-F5344CB8AC3E}">
        <p14:creationId xmlns:p14="http://schemas.microsoft.com/office/powerpoint/2010/main" val="1826516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9F74B06-B25D-4948-C1FD-946E6718E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76C734-62A9-079A-828C-64D4E1CA6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8000" dirty="0"/>
              <a:t>    Two.   </a:t>
            </a:r>
            <a:r>
              <a:rPr lang="zh-CN" altLang="en-US" sz="8000" dirty="0"/>
              <a:t>分类</a:t>
            </a:r>
            <a:r>
              <a:rPr lang="en-US" altLang="zh-CN" sz="8000" dirty="0"/>
              <a:t>  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41069786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 descr="夜晚的天空以及地平线上的群山">
            <a:extLst>
              <a:ext uri="{FF2B5EF4-FFF2-40B4-BE49-F238E27FC236}">
                <a16:creationId xmlns:a16="http://schemas.microsoft.com/office/drawing/2014/main" id="{2739CFE1-3E46-48B5-9BDB-769492BA7A5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/>
          <a:srcRect t="4555" b="4555"/>
          <a:stretch/>
        </p:blipFill>
        <p:spPr>
          <a:xfrm>
            <a:off x="-600" y="-1226"/>
            <a:ext cx="12193200" cy="686045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6090347" y="706999"/>
                </a:moveTo>
                <a:cubicBezTo>
                  <a:pt x="4588386" y="706999"/>
                  <a:pt x="3370806" y="1924579"/>
                  <a:pt x="3370806" y="3426541"/>
                </a:cubicBezTo>
                <a:cubicBezTo>
                  <a:pt x="3370806" y="4928503"/>
                  <a:pt x="4588386" y="6146083"/>
                  <a:pt x="6090347" y="6146083"/>
                </a:cubicBezTo>
                <a:cubicBezTo>
                  <a:pt x="7592308" y="6146083"/>
                  <a:pt x="8809888" y="4928503"/>
                  <a:pt x="8809888" y="3426541"/>
                </a:cubicBezTo>
                <a:cubicBezTo>
                  <a:pt x="8809888" y="1924579"/>
                  <a:pt x="7592308" y="706999"/>
                  <a:pt x="6090347" y="706999"/>
                </a:cubicBezTo>
                <a:close/>
                <a:moveTo>
                  <a:pt x="6082303" y="247854"/>
                </a:moveTo>
                <a:cubicBezTo>
                  <a:pt x="7836802" y="247854"/>
                  <a:pt x="9259104" y="1671227"/>
                  <a:pt x="9259104" y="3427045"/>
                </a:cubicBezTo>
                <a:cubicBezTo>
                  <a:pt x="9259104" y="5182864"/>
                  <a:pt x="7836802" y="6606237"/>
                  <a:pt x="6082303" y="6606237"/>
                </a:cubicBezTo>
                <a:cubicBezTo>
                  <a:pt x="4327804" y="6606237"/>
                  <a:pt x="2905502" y="5182864"/>
                  <a:pt x="2905502" y="3427045"/>
                </a:cubicBezTo>
                <a:cubicBezTo>
                  <a:pt x="2905502" y="1671227"/>
                  <a:pt x="4327804" y="247854"/>
                  <a:pt x="6082303" y="247854"/>
                </a:cubicBezTo>
                <a:close/>
                <a:moveTo>
                  <a:pt x="9560257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9560255" y="6858000"/>
                </a:lnTo>
                <a:lnTo>
                  <a:pt x="9704262" y="6706843"/>
                </a:lnTo>
                <a:cubicBezTo>
                  <a:pt x="10490530" y="5841105"/>
                  <a:pt x="10969748" y="4691058"/>
                  <a:pt x="10969748" y="3428999"/>
                </a:cubicBezTo>
                <a:cubicBezTo>
                  <a:pt x="10969748" y="2166941"/>
                  <a:pt x="10490530" y="1016894"/>
                  <a:pt x="9704262" y="151155"/>
                </a:cubicBezTo>
                <a:close/>
                <a:moveTo>
                  <a:pt x="7947654" y="0"/>
                </a:moveTo>
                <a:lnTo>
                  <a:pt x="8099035" y="0"/>
                </a:lnTo>
                <a:lnTo>
                  <a:pt x="8158569" y="34257"/>
                </a:lnTo>
                <a:cubicBezTo>
                  <a:pt x="9305381" y="731601"/>
                  <a:pt x="10071441" y="1993601"/>
                  <a:pt x="10071441" y="3434659"/>
                </a:cubicBezTo>
                <a:cubicBezTo>
                  <a:pt x="10071441" y="4875717"/>
                  <a:pt x="9305381" y="6137716"/>
                  <a:pt x="8158569" y="6835060"/>
                </a:cubicBezTo>
                <a:lnTo>
                  <a:pt x="8118703" y="6858000"/>
                </a:lnTo>
                <a:lnTo>
                  <a:pt x="7923440" y="6858000"/>
                </a:lnTo>
                <a:lnTo>
                  <a:pt x="7938929" y="6850061"/>
                </a:lnTo>
                <a:cubicBezTo>
                  <a:pt x="9153123" y="6189975"/>
                  <a:pt x="9977382" y="4902579"/>
                  <a:pt x="9977382" y="3422520"/>
                </a:cubicBezTo>
                <a:cubicBezTo>
                  <a:pt x="9977382" y="2009739"/>
                  <a:pt x="9226353" y="772500"/>
                  <a:pt x="8102044" y="88839"/>
                </a:cubicBezTo>
                <a:close/>
                <a:moveTo>
                  <a:pt x="4097777" y="0"/>
                </a:moveTo>
                <a:lnTo>
                  <a:pt x="4216953" y="0"/>
                </a:lnTo>
                <a:lnTo>
                  <a:pt x="4062563" y="88839"/>
                </a:lnTo>
                <a:cubicBezTo>
                  <a:pt x="2938253" y="772500"/>
                  <a:pt x="2187224" y="2009739"/>
                  <a:pt x="2187224" y="3422520"/>
                </a:cubicBezTo>
                <a:cubicBezTo>
                  <a:pt x="2187224" y="4902579"/>
                  <a:pt x="3011483" y="6189975"/>
                  <a:pt x="4225677" y="6850061"/>
                </a:cubicBezTo>
                <a:lnTo>
                  <a:pt x="4241167" y="6858000"/>
                </a:lnTo>
                <a:lnTo>
                  <a:pt x="4078110" y="6858000"/>
                </a:lnTo>
                <a:lnTo>
                  <a:pt x="4038243" y="6835060"/>
                </a:lnTo>
                <a:cubicBezTo>
                  <a:pt x="2891431" y="6137716"/>
                  <a:pt x="2125371" y="4875717"/>
                  <a:pt x="2125371" y="3434659"/>
                </a:cubicBezTo>
                <a:cubicBezTo>
                  <a:pt x="2125371" y="1993601"/>
                  <a:pt x="2891431" y="731601"/>
                  <a:pt x="4038243" y="34257"/>
                </a:cubicBezTo>
                <a:close/>
                <a:moveTo>
                  <a:pt x="0" y="0"/>
                </a:moveTo>
                <a:lnTo>
                  <a:pt x="2636555" y="0"/>
                </a:lnTo>
                <a:lnTo>
                  <a:pt x="2492551" y="151155"/>
                </a:lnTo>
                <a:cubicBezTo>
                  <a:pt x="1706282" y="1016894"/>
                  <a:pt x="1227064" y="2166941"/>
                  <a:pt x="1227064" y="3428999"/>
                </a:cubicBezTo>
                <a:cubicBezTo>
                  <a:pt x="1227064" y="4691058"/>
                  <a:pt x="1706282" y="5841105"/>
                  <a:pt x="2492551" y="6706843"/>
                </a:cubicBezTo>
                <a:lnTo>
                  <a:pt x="2636557" y="6858000"/>
                </a:lnTo>
                <a:lnTo>
                  <a:pt x="0" y="6858000"/>
                </a:lnTo>
                <a:close/>
              </a:path>
            </a:pathLst>
          </a:custGeom>
          <a:ln w="60325" cmpd="dbl">
            <a:solidFill>
              <a:schemeClr val="tx1">
                <a:alpha val="40000"/>
              </a:schemeClr>
            </a:solidFill>
          </a:ln>
        </p:spPr>
      </p:pic>
      <p:graphicFrame>
        <p:nvGraphicFramePr>
          <p:cNvPr id="5" name="内容占位符 4" descr="SmartArt 图形">
            <a:extLst>
              <a:ext uri="{FF2B5EF4-FFF2-40B4-BE49-F238E27FC236}">
                <a16:creationId xmlns:a16="http://schemas.microsoft.com/office/drawing/2014/main" id="{21A182E9-AC38-4344-9247-5AB4B8F03A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0986763"/>
              </p:ext>
            </p:extLst>
          </p:nvPr>
        </p:nvGraphicFramePr>
        <p:xfrm>
          <a:off x="2569323" y="2142067"/>
          <a:ext cx="7390680" cy="3725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44E241E-3110-4B1C-B9B0-F17B90FEE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8903" y="787400"/>
            <a:ext cx="7390680" cy="12784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rtl="0"/>
            <a:r>
              <a:rPr lang="en-US" altLang="zh-CN" sz="3200" dirty="0"/>
              <a:t>Office</a:t>
            </a:r>
            <a:r>
              <a:rPr lang="zh-CN" altLang="en-US" sz="3200" dirty="0"/>
              <a:t>主要软件</a:t>
            </a:r>
            <a:endParaRPr lang="zh-CN" altLang="en-US" sz="32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48284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5C68635E-C481-C660-C384-7D08AA5D8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772CD56-839A-A23E-DA04-D876C175EB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8000" dirty="0"/>
              <a:t>  Three.   </a:t>
            </a:r>
            <a:r>
              <a:rPr lang="zh-CN" altLang="en-US" sz="8000" dirty="0"/>
              <a:t>用途</a:t>
            </a:r>
          </a:p>
        </p:txBody>
      </p:sp>
    </p:spTree>
    <p:extLst>
      <p:ext uri="{BB962C8B-B14F-4D97-AF65-F5344CB8AC3E}">
        <p14:creationId xmlns:p14="http://schemas.microsoft.com/office/powerpoint/2010/main" val="2767562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图标&#10;&#10;AI 生成的内容可能不正确。">
            <a:extLst>
              <a:ext uri="{FF2B5EF4-FFF2-40B4-BE49-F238E27FC236}">
                <a16:creationId xmlns:a16="http://schemas.microsoft.com/office/drawing/2014/main" id="{E4F83F28-54D7-CC88-183F-81CE06C0E5A6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507076" y="134332"/>
            <a:ext cx="1700213" cy="156845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D8CCD57-618A-5B98-4044-A2787C25B37E}"/>
              </a:ext>
            </a:extLst>
          </p:cNvPr>
          <p:cNvSpPr txBox="1"/>
          <p:nvPr/>
        </p:nvSpPr>
        <p:spPr>
          <a:xfrm>
            <a:off x="2325486" y="766249"/>
            <a:ext cx="609738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2000" b="1" i="0" dirty="0">
                <a:solidFill>
                  <a:srgbClr val="000000"/>
                </a:solidFill>
                <a:effectLst/>
                <a:latin typeface="Inter"/>
              </a:rPr>
              <a:t>Excel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r>
              <a:rPr lang="zh-CN" altLang="en-US" sz="2000" b="0" i="0" dirty="0">
                <a:effectLst/>
                <a:latin typeface="Inter"/>
              </a:rPr>
              <a:t>电子表格软件，用于数据统计、财务分析、图表制作、公式计算等，是数据处理和可视化的核心工具。</a:t>
            </a:r>
          </a:p>
        </p:txBody>
      </p:sp>
      <p:pic>
        <p:nvPicPr>
          <p:cNvPr id="9" name="图片 8" descr="文本, 图标&#10;&#10;AI 生成的内容可能不正确。">
            <a:extLst>
              <a:ext uri="{FF2B5EF4-FFF2-40B4-BE49-F238E27FC236}">
                <a16:creationId xmlns:a16="http://schemas.microsoft.com/office/drawing/2014/main" id="{0C635EB0-0D83-3B27-4473-6FBA9FC5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076" y="2331997"/>
            <a:ext cx="1700213" cy="15684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286D720-C278-84E8-D82D-C4DFDF97B70D}"/>
              </a:ext>
            </a:extLst>
          </p:cNvPr>
          <p:cNvSpPr txBox="1"/>
          <p:nvPr/>
        </p:nvSpPr>
        <p:spPr>
          <a:xfrm>
            <a:off x="2732809" y="2690198"/>
            <a:ext cx="6097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infer"/>
              </a:rPr>
              <a:t>2.Word</a:t>
            </a:r>
            <a:r>
              <a:rPr lang="zh-CN" altLang="en-US" sz="2000" dirty="0">
                <a:solidFill>
                  <a:schemeClr val="bg1"/>
                </a:solidFill>
                <a:latin typeface="infer"/>
              </a:rPr>
              <a:t>：</a:t>
            </a:r>
            <a:r>
              <a:rPr lang="zh-CN" altLang="en-US" sz="2000" dirty="0"/>
              <a:t>文字处理软件，用于撰写报告、论文、合同、简历等各类文档，支持格式排版、图文混排、修订批注等功能。</a:t>
            </a:r>
          </a:p>
        </p:txBody>
      </p:sp>
      <p:pic>
        <p:nvPicPr>
          <p:cNvPr id="13" name="图片 12" descr="图片包含 图标&#10;&#10;AI 生成的内容可能不正确。">
            <a:extLst>
              <a:ext uri="{FF2B5EF4-FFF2-40B4-BE49-F238E27FC236}">
                <a16:creationId xmlns:a16="http://schemas.microsoft.com/office/drawing/2014/main" id="{225D6D08-1523-DF91-E59E-8A21CE726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075" y="4634622"/>
            <a:ext cx="1700214" cy="165811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AC2941D-2E50-02ED-3242-F31B3C8178FE}"/>
              </a:ext>
            </a:extLst>
          </p:cNvPr>
          <p:cNvSpPr txBox="1"/>
          <p:nvPr/>
        </p:nvSpPr>
        <p:spPr>
          <a:xfrm>
            <a:off x="2732809" y="4726816"/>
            <a:ext cx="609738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3.PowerPoint</a:t>
            </a:r>
            <a:r>
              <a:rPr lang="zh-CN" altLang="en-US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/>
              <a:t>演示文稿软件，用于制作幻灯片、演讲课件、产品展示等，支持动画、切换效果、多媒体嵌入</a:t>
            </a:r>
          </a:p>
        </p:txBody>
      </p:sp>
    </p:spTree>
    <p:extLst>
      <p:ext uri="{BB962C8B-B14F-4D97-AF65-F5344CB8AC3E}">
        <p14:creationId xmlns:p14="http://schemas.microsoft.com/office/powerpoint/2010/main" val="144022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E04F61-482F-29D0-CEC2-9C64C0456D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9FAC59-12D7-24C8-A1C8-29EA13178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8000" dirty="0"/>
              <a:t>Four.   </a:t>
            </a:r>
            <a:r>
              <a:rPr lang="zh-CN" altLang="en-US" sz="8000" dirty="0"/>
              <a:t>范围</a:t>
            </a:r>
          </a:p>
        </p:txBody>
      </p:sp>
    </p:spTree>
    <p:extLst>
      <p:ext uri="{BB962C8B-B14F-4D97-AF65-F5344CB8AC3E}">
        <p14:creationId xmlns:p14="http://schemas.microsoft.com/office/powerpoint/2010/main" val="34643487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61449-440D-F5FA-C687-99719A478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三种工具各自有适用范围：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C03699-BCDA-8E76-5022-642ED734B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文字处理与排版适用所有需要规范化文档的场景，如论文、合同、公文、简历、报告等，核心工具为 </a:t>
            </a:r>
            <a:r>
              <a:rPr lang="en-US" altLang="zh-CN" sz="2400" dirty="0">
                <a:solidFill>
                  <a:schemeClr val="bg1"/>
                </a:solidFill>
              </a:rPr>
              <a:t>Word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数据处理与分析适用需要统计、计算、可视化的场景，如财务报表、销售数据统计、学生成绩分析、市场调研数据整理，核心工具为 </a:t>
            </a:r>
            <a:r>
              <a:rPr lang="en-US" altLang="zh-CN" sz="2400" dirty="0">
                <a:solidFill>
                  <a:schemeClr val="bg1"/>
                </a:solidFill>
              </a:rPr>
              <a:t>Excel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演示与汇报适用需要可视化展示的场景，如公司年会、产品发布会、课堂教学、项目汇报，核心工具为 </a:t>
            </a:r>
            <a:r>
              <a:rPr lang="en-US" altLang="zh-CN" sz="2400" dirty="0">
                <a:solidFill>
                  <a:schemeClr val="bg1"/>
                </a:solidFill>
              </a:rPr>
              <a:t>PowerPoint</a:t>
            </a:r>
            <a:r>
              <a:rPr lang="zh-CN" altLang="en-US" sz="24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079129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光点">
            <a:extLst>
              <a:ext uri="{FF2B5EF4-FFF2-40B4-BE49-F238E27FC236}">
                <a16:creationId xmlns:a16="http://schemas.microsoft.com/office/drawing/2014/main" id="{20A520D0-11CF-4639-8537-F56A8A2FDC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44BCB7C-A6FC-4118-9027-468ECFDE6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2573867"/>
            <a:ext cx="7197726" cy="2421464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谢谢！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B64FA72-B055-4AE3-A6FD-8071BD687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4995332"/>
            <a:ext cx="7197726" cy="1405467"/>
          </a:xfrm>
        </p:spPr>
        <p:txBody>
          <a:bodyPr rtlCol="0">
            <a:normAutofit/>
          </a:bodyPr>
          <a:lstStyle/>
          <a:p>
            <a:pPr rtl="0"/>
            <a:r>
              <a:rPr lang="en-US" altLang="zh-CN">
                <a:solidFill>
                  <a:schemeClr val="accent1">
                    <a:lumMod val="40000"/>
                    <a:lumOff val="60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someone@example.com</a:t>
            </a:r>
          </a:p>
        </p:txBody>
      </p:sp>
    </p:spTree>
    <p:extLst>
      <p:ext uri="{BB962C8B-B14F-4D97-AF65-F5344CB8AC3E}">
        <p14:creationId xmlns:p14="http://schemas.microsoft.com/office/powerpoint/2010/main" val="2939930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体">
  <a:themeElements>
    <a:clrScheme name="Celestial">
      <a:dk1>
        <a:sysClr val="windowText" lastClr="000000"/>
      </a:dk1>
      <a:lt1>
        <a:sysClr val="window" lastClr="FFFFFF"/>
      </a:lt1>
      <a:dk2>
        <a:srgbClr val="3F296A"/>
      </a:dk2>
      <a:lt2>
        <a:srgbClr val="EBEBEB"/>
      </a:lt2>
      <a:accent1>
        <a:srgbClr val="E84574"/>
      </a:accent1>
      <a:accent2>
        <a:srgbClr val="798FF2"/>
      </a:accent2>
      <a:accent3>
        <a:srgbClr val="95C369"/>
      </a:accent3>
      <a:accent4>
        <a:srgbClr val="EE875A"/>
      </a:accent4>
      <a:accent5>
        <a:srgbClr val="C363E8"/>
      </a:accent5>
      <a:accent6>
        <a:srgbClr val="6AADC8"/>
      </a:accent6>
      <a:hlink>
        <a:srgbClr val="FE80C7"/>
      </a:hlink>
      <a:folHlink>
        <a:srgbClr val="FBA3EC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174_TF22566005_Win32" id="{8767197E-7510-42F8-B763-E45F3770E5A5}" vid="{CF90D904-521C-4459-A9B7-C388B2C4B83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D51BCB-0419-432E-B7F1-25548446A6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08B90B-70ED-4539-9C14-FB2728D9064F}">
  <ds:schemaRefs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71af3243-3dd4-4a8d-8c0d-dd76da1f02a5"/>
    <ds:schemaRef ds:uri="http://schemas.openxmlformats.org/package/2006/metadata/core-propertie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9E8D3305-1D9D-4BC8-A40F-6F8AE50BD7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未来设计</Template>
  <TotalTime>46</TotalTime>
  <Words>310</Words>
  <Application>Microsoft Office PowerPoint</Application>
  <PresentationFormat>宽屏</PresentationFormat>
  <Paragraphs>36</Paragraphs>
  <Slides>11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infer</vt:lpstr>
      <vt:lpstr>Inter</vt:lpstr>
      <vt:lpstr>Microsoft YaHei UI</vt:lpstr>
      <vt:lpstr>Arial</vt:lpstr>
      <vt:lpstr>天体</vt:lpstr>
      <vt:lpstr>Office教程</vt:lpstr>
      <vt:lpstr>总目录</vt:lpstr>
      <vt:lpstr>PowerPoint 演示文稿</vt:lpstr>
      <vt:lpstr>Office具体是什么？</vt:lpstr>
      <vt:lpstr>PowerPoint 演示文稿</vt:lpstr>
      <vt:lpstr>Office主要软件</vt:lpstr>
      <vt:lpstr>PowerPoint 演示文稿</vt:lpstr>
      <vt:lpstr>PowerPoint 演示文稿</vt:lpstr>
      <vt:lpstr>PowerPoint 演示文稿</vt:lpstr>
      <vt:lpstr>三种工具各自有适用范围：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子源 黄</dc:creator>
  <cp:lastModifiedBy>子源 黄</cp:lastModifiedBy>
  <cp:revision>1</cp:revision>
  <dcterms:created xsi:type="dcterms:W3CDTF">2026-01-04T07:15:37Z</dcterms:created>
  <dcterms:modified xsi:type="dcterms:W3CDTF">2026-01-04T08:02:28Z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